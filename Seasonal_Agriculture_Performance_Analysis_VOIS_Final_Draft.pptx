
<file path=[Content_Types].xml><?xml version="1.0" encoding="utf-8"?>
<Types xmlns="http://schemas.openxmlformats.org/package/2006/content-types">
  <Default Extension="jfif"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47" r:id="rId4"/>
  </p:sldMasterIdLst>
  <p:notesMasterIdLst>
    <p:notesMasterId r:id="rId18"/>
  </p:notesMasterIdLst>
  <p:handoutMasterIdLst>
    <p:handoutMasterId r:id="rId19"/>
  </p:handoutMasterIdLst>
  <p:sldIdLst>
    <p:sldId id="338" r:id="rId5"/>
    <p:sldId id="327" r:id="rId6"/>
    <p:sldId id="315" r:id="rId7"/>
    <p:sldId id="329" r:id="rId8"/>
    <p:sldId id="302" r:id="rId9"/>
    <p:sldId id="340" r:id="rId10"/>
    <p:sldId id="344" r:id="rId11"/>
    <p:sldId id="345" r:id="rId12"/>
    <p:sldId id="346" r:id="rId13"/>
    <p:sldId id="341" r:id="rId14"/>
    <p:sldId id="342" r:id="rId15"/>
    <p:sldId id="343" r:id="rId16"/>
    <p:sldId id="304" r:id="rId1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968" userDrawn="1">
          <p15:clr>
            <a:srgbClr val="A4A3A4"/>
          </p15:clr>
        </p15:guide>
        <p15:guide id="2" pos="408" userDrawn="1">
          <p15:clr>
            <a:srgbClr val="A4A3A4"/>
          </p15:clr>
        </p15:guide>
        <p15:guide id="3" orient="horz" pos="3912" userDrawn="1">
          <p15:clr>
            <a:srgbClr val="A4A3A4"/>
          </p15:clr>
        </p15:guide>
        <p15:guide id="4" pos="7272" userDrawn="1">
          <p15:clr>
            <a:srgbClr val="A4A3A4"/>
          </p15:clr>
        </p15:guide>
        <p15:guide id="5" orient="horz" pos="1656"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9D9D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419AE38-882F-1515-E21D-2DA2765CE3A3}" v="2" dt="2026-09-02T10:33:37.143"/>
    <p1510:client id="{BA573E70-4CE7-E3DA-403D-1D1B358A6CED}" v="45" dt="2026-09-02T10:11:53.372"/>
  </p1510:revLst>
</p1510:revInfo>
</file>

<file path=ppt/tableStyles.xml><?xml version="1.0" encoding="utf-8"?>
<a:tblStyleLst xmlns:a="http://schemas.openxmlformats.org/drawingml/2006/main" def="{6E25E649-3F16-4E02-A733-19D2CDBF48F0}">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85" autoAdjust="0"/>
    <p:restoredTop sz="95033" autoAdjust="0"/>
  </p:normalViewPr>
  <p:slideViewPr>
    <p:cSldViewPr snapToGrid="0">
      <p:cViewPr varScale="1">
        <p:scale>
          <a:sx n="117" d="100"/>
          <a:sy n="117" d="100"/>
        </p:scale>
        <p:origin x="234" y="102"/>
      </p:cViewPr>
      <p:guideLst>
        <p:guide orient="horz" pos="1968"/>
        <p:guide pos="408"/>
        <p:guide orient="horz" pos="3912"/>
        <p:guide pos="7272"/>
        <p:guide orient="horz" pos="1656"/>
      </p:guideLst>
    </p:cSldViewPr>
  </p:slideViewPr>
  <p:outlineViewPr>
    <p:cViewPr>
      <p:scale>
        <a:sx n="33" d="100"/>
        <a:sy n="33" d="100"/>
      </p:scale>
      <p:origin x="0" y="-4886"/>
    </p:cViewPr>
  </p:outlineViewPr>
  <p:notesTextViewPr>
    <p:cViewPr>
      <p:scale>
        <a:sx n="3" d="2"/>
        <a:sy n="3" d="2"/>
      </p:scale>
      <p:origin x="0" y="0"/>
    </p:cViewPr>
  </p:notesTextViewPr>
  <p:sorterViewPr>
    <p:cViewPr>
      <p:scale>
        <a:sx n="110" d="100"/>
        <a:sy n="110" d="100"/>
      </p:scale>
      <p:origin x="0" y="-965"/>
    </p:cViewPr>
  </p:sorterViewPr>
  <p:notesViewPr>
    <p:cSldViewPr snapToGrid="0">
      <p:cViewPr varScale="1">
        <p:scale>
          <a:sx n="60" d="100"/>
          <a:sy n="60" d="100"/>
        </p:scale>
        <p:origin x="3187" y="4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notesMaster" Target="notesMasters/notesMaster1.xml"/><Relationship Id="rId3" Type="http://schemas.openxmlformats.org/officeDocument/2006/relationships/customXml" Target="../customXml/item3.xml"/><Relationship Id="rId21" Type="http://schemas.openxmlformats.org/officeDocument/2006/relationships/viewProps" Target="view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microsoft.com/office/2015/10/relationships/revisionInfo" Target="revisionInfo.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ableStyles" Target="tableStyles.xml"/><Relationship Id="rId10" Type="http://schemas.openxmlformats.org/officeDocument/2006/relationships/slide" Target="slides/slide6.xml"/><Relationship Id="rId19"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76F666D-E0C2-435B-BAA8-9287F9E5D38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19FEBCAF-CB3F-4928-91AA-D61472F880C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F1077DB-935E-4A0A-947A-D283B9F9F452}" type="datetimeFigureOut">
              <a:rPr lang="en-US" smtClean="0"/>
              <a:t>9/16/2026</a:t>
            </a:fld>
            <a:endParaRPr lang="en-US" dirty="0"/>
          </a:p>
        </p:txBody>
      </p:sp>
      <p:sp>
        <p:nvSpPr>
          <p:cNvPr id="4" name="Footer Placeholder 3">
            <a:extLst>
              <a:ext uri="{FF2B5EF4-FFF2-40B4-BE49-F238E27FC236}">
                <a16:creationId xmlns:a16="http://schemas.microsoft.com/office/drawing/2014/main" id="{69256698-63C6-4CCC-81CB-EA5604C30F1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B2467FDA-05D7-4760-A373-5D6AEAAF427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82C0B10-7CAE-41E4-AB02-7E8B1FF2B898}" type="slidenum">
              <a:rPr lang="en-US" smtClean="0"/>
              <a:t>‹#›</a:t>
            </a:fld>
            <a:endParaRPr lang="en-US" dirty="0"/>
          </a:p>
        </p:txBody>
      </p:sp>
    </p:spTree>
    <p:extLst>
      <p:ext uri="{BB962C8B-B14F-4D97-AF65-F5344CB8AC3E}">
        <p14:creationId xmlns:p14="http://schemas.microsoft.com/office/powerpoint/2010/main" val="36875375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noProof="0"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D9EC30E-1A71-4188-9BE7-E2A64929A436}" type="datetimeFigureOut">
              <a:rPr lang="en-US" noProof="0" smtClean="0"/>
              <a:t>9/16/2026</a:t>
            </a:fld>
            <a:endParaRPr lang="en-US" noProof="0"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noProof="0"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noProof="0"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530193B-564F-4854-8A52-728F3FB19C85}" type="slidenum">
              <a:rPr lang="en-US" noProof="0" smtClean="0"/>
              <a:t>‹#›</a:t>
            </a:fld>
            <a:endParaRPr lang="en-US" noProof="0" dirty="0"/>
          </a:p>
        </p:txBody>
      </p:sp>
    </p:spTree>
    <p:extLst>
      <p:ext uri="{BB962C8B-B14F-4D97-AF65-F5344CB8AC3E}">
        <p14:creationId xmlns:p14="http://schemas.microsoft.com/office/powerpoint/2010/main" val="36038165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530193B-564F-4854-8A52-728F3FB19C85}" type="slidenum">
              <a:rPr lang="en-US" noProof="0" smtClean="0"/>
              <a:t>5</a:t>
            </a:fld>
            <a:endParaRPr lang="en-US" noProof="0" dirty="0"/>
          </a:p>
        </p:txBody>
      </p:sp>
    </p:spTree>
    <p:extLst>
      <p:ext uri="{BB962C8B-B14F-4D97-AF65-F5344CB8AC3E}">
        <p14:creationId xmlns:p14="http://schemas.microsoft.com/office/powerpoint/2010/main" val="25079122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6" name="Group 15"/>
          <p:cNvGrpSpPr/>
          <p:nvPr/>
        </p:nvGrpSpPr>
        <p:grpSpPr>
          <a:xfrm>
            <a:off x="0" y="-8467"/>
            <a:ext cx="12192000" cy="6866467"/>
            <a:chOff x="0" y="-8467"/>
            <a:chExt cx="12192000" cy="6866467"/>
          </a:xfrm>
        </p:grpSpPr>
        <p:sp>
          <p:nvSpPr>
            <p:cNvPr id="15" name="Freeform 14"/>
            <p:cNvSpPr/>
            <p:nvPr/>
          </p:nvSpPr>
          <p:spPr>
            <a:xfrm>
              <a:off x="0" y="-7862"/>
              <a:ext cx="863600" cy="5698067"/>
            </a:xfrm>
            <a:custGeom>
              <a:avLst/>
              <a:gdLst/>
              <a:ahLst/>
              <a:cxnLst/>
              <a:rect l="l" t="t" r="r" b="b"/>
              <a:pathLst>
                <a:path w="863600" h="5698067">
                  <a:moveTo>
                    <a:pt x="0" y="8467"/>
                  </a:moveTo>
                  <a:lnTo>
                    <a:pt x="863600" y="0"/>
                  </a:lnTo>
                  <a:lnTo>
                    <a:pt x="863600" y="16934"/>
                  </a:lnTo>
                  <a:lnTo>
                    <a:pt x="0" y="5698067"/>
                  </a:lnTo>
                  <a:lnTo>
                    <a:pt x="0" y="8467"/>
                  </a:lnTo>
                  <a:close/>
                </a:path>
              </a:pathLst>
            </a:cu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cxnSp>
          <p:nvCxnSpPr>
            <p:cNvPr id="19" name="Straight Connector 18"/>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1"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2"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Isosceles Triangle 22"/>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9/16/2026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870022032"/>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9/16/2026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660528460"/>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9/16/2026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637669602"/>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B712588-04B1-427B-82EE-E8DB90309F08}" type="datetimeFigureOut">
              <a:rPr lang="en-US" smtClean="0"/>
              <a:t>9/16/2026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FF9F0C5-380F-41C2-899A-BAC0F0927E16}" type="slidenum">
              <a:rPr lang="en-US" smtClean="0"/>
              <a:t>‹#›</a:t>
            </a:fld>
            <a:endParaRPr lang="en-US" dirty="0"/>
          </a:p>
        </p:txBody>
      </p:sp>
    </p:spTree>
    <p:extLst>
      <p:ext uri="{BB962C8B-B14F-4D97-AF65-F5344CB8AC3E}">
        <p14:creationId xmlns:p14="http://schemas.microsoft.com/office/powerpoint/2010/main" val="2397459935"/>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9/16/2026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063239096"/>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smtClean="0"/>
              <a:pPr/>
              <a:t>9/16/2026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891965439"/>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9/16/2026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086897335"/>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2A54C80-263E-416B-A8E0-580EDEADCBDC}" type="datetimeFigureOut">
              <a:rPr lang="en-US" smtClean="0"/>
              <a:t>9/16/2026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519954A3-9DFD-4C44-94BA-B95130A3BA1C}" type="slidenum">
              <a:rPr lang="en-US" smtClean="0"/>
              <a:t>‹#›</a:t>
            </a:fld>
            <a:endParaRPr lang="en-US" dirty="0"/>
          </a:p>
        </p:txBody>
      </p:sp>
    </p:spTree>
    <p:extLst>
      <p:ext uri="{BB962C8B-B14F-4D97-AF65-F5344CB8AC3E}">
        <p14:creationId xmlns:p14="http://schemas.microsoft.com/office/powerpoint/2010/main" val="1589620618"/>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9/16/2026</a:t>
            </a:fld>
            <a:endParaRPr lang="en-US" dirty="0"/>
          </a:p>
        </p:txBody>
      </p:sp>
    </p:spTree>
    <p:extLst>
      <p:ext uri="{BB962C8B-B14F-4D97-AF65-F5344CB8AC3E}">
        <p14:creationId xmlns:p14="http://schemas.microsoft.com/office/powerpoint/2010/main" val="3530304514"/>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9/16/2026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638109717"/>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9/16/2026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3322563127"/>
      </p:ext>
    </p:extLst>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9/16/2026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928478255"/>
      </p:ext>
    </p:extLst>
  </p:cSld>
  <p:clrMapOvr>
    <a:masterClrMapping/>
  </p:clrMapOvr>
  <p:hf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9/16/2026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2926250616"/>
      </p:ext>
    </p:extLst>
  </p:cSld>
  <p:clrMapOvr>
    <a:masterClrMapping/>
  </p:clrMapOvr>
  <p:hf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9/16/2026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533561930"/>
      </p:ext>
    </p:extLst>
  </p:cSld>
  <p:clrMapOvr>
    <a:masterClrMapping/>
  </p:clrMapOvr>
  <p:hf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5C6B4A9-1611-4792-9094-5F34BCA07E0B}" type="datetimeFigureOut">
              <a:rPr lang="en-US" smtClean="0"/>
              <a:t>9/16/2026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9333C77-0158-454C-844F-B7AB9BD7DAD4}" type="slidenum">
              <a:rPr lang="en-US" smtClean="0"/>
              <a:t>‹#›</a:t>
            </a:fld>
            <a:endParaRPr lang="en-US" dirty="0"/>
          </a:p>
        </p:txBody>
      </p:sp>
    </p:spTree>
    <p:extLst>
      <p:ext uri="{BB962C8B-B14F-4D97-AF65-F5344CB8AC3E}">
        <p14:creationId xmlns:p14="http://schemas.microsoft.com/office/powerpoint/2010/main" val="877920135"/>
      </p:ext>
    </p:extLst>
  </p:cSld>
  <p:clrMapOvr>
    <a:masterClrMapping/>
  </p:clrMapOvr>
  <p:hf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9/16/2026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35619384"/>
      </p:ext>
    </p:extLst>
  </p:cSld>
  <p:clrMapOvr>
    <a:masterClrMapping/>
  </p:clrMapOvr>
  <p:hf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Quote">
    <p:spTree>
      <p:nvGrpSpPr>
        <p:cNvPr id="1" name=""/>
        <p:cNvGrpSpPr/>
        <p:nvPr/>
      </p:nvGrpSpPr>
      <p:grpSpPr>
        <a:xfrm>
          <a:off x="0" y="0"/>
          <a:ext cx="0" cy="0"/>
          <a:chOff x="0" y="0"/>
          <a:chExt cx="0" cy="0"/>
        </a:xfrm>
      </p:grpSpPr>
      <p:sp>
        <p:nvSpPr>
          <p:cNvPr id="11" name="Text Placeholder 10">
            <a:extLst>
              <a:ext uri="{FF2B5EF4-FFF2-40B4-BE49-F238E27FC236}">
                <a16:creationId xmlns:a16="http://schemas.microsoft.com/office/drawing/2014/main" id="{6FDA3C6F-5F6A-4D64-8BFE-AFFF58B1A047}"/>
              </a:ext>
            </a:extLst>
          </p:cNvPr>
          <p:cNvSpPr>
            <a:spLocks noGrp="1"/>
          </p:cNvSpPr>
          <p:nvPr>
            <p:ph type="body" sz="quarter" idx="11"/>
          </p:nvPr>
        </p:nvSpPr>
        <p:spPr>
          <a:xfrm>
            <a:off x="6312871" y="4141999"/>
            <a:ext cx="4220845" cy="861497"/>
          </a:xfrm>
          <a:prstGeom prst="rect">
            <a:avLst/>
          </a:prstGeom>
        </p:spPr>
        <p:txBody>
          <a:bodyPr/>
          <a:lstStyle>
            <a:lvl1pPr marL="0" indent="0">
              <a:buNone/>
              <a:defRPr sz="2000" b="1">
                <a:solidFill>
                  <a:schemeClr val="accent4"/>
                </a:solidFill>
                <a:latin typeface="+mj-lt"/>
              </a:defRPr>
            </a:lvl1pPr>
            <a:lvl2pPr>
              <a:buNone/>
              <a:defRPr sz="2000"/>
            </a:lvl2pPr>
          </a:lstStyle>
          <a:p>
            <a:pPr lvl="0"/>
            <a:r>
              <a:rPr lang="en-US"/>
              <a:t>Click to edit Master text styles</a:t>
            </a:r>
          </a:p>
          <a:p>
            <a:pPr lvl="1"/>
            <a:r>
              <a:rPr lang="en-US"/>
              <a:t>Second level</a:t>
            </a:r>
          </a:p>
        </p:txBody>
      </p:sp>
      <p:sp>
        <p:nvSpPr>
          <p:cNvPr id="15" name="Hexagon 14">
            <a:extLst>
              <a:ext uri="{FF2B5EF4-FFF2-40B4-BE49-F238E27FC236}">
                <a16:creationId xmlns:a16="http://schemas.microsoft.com/office/drawing/2014/main" id="{AC159667-7690-4645-986D-BE501438455F}"/>
              </a:ext>
            </a:extLst>
          </p:cNvPr>
          <p:cNvSpPr/>
          <p:nvPr userDrawn="1"/>
        </p:nvSpPr>
        <p:spPr>
          <a:xfrm>
            <a:off x="740309" y="1382809"/>
            <a:ext cx="1229566" cy="1059971"/>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Hexagon 15">
            <a:extLst>
              <a:ext uri="{FF2B5EF4-FFF2-40B4-BE49-F238E27FC236}">
                <a16:creationId xmlns:a16="http://schemas.microsoft.com/office/drawing/2014/main" id="{54667EE4-E77F-453B-BF8B-B1EE2AE80715}"/>
              </a:ext>
            </a:extLst>
          </p:cNvPr>
          <p:cNvSpPr/>
          <p:nvPr userDrawn="1"/>
        </p:nvSpPr>
        <p:spPr>
          <a:xfrm>
            <a:off x="3755031" y="1194620"/>
            <a:ext cx="1666162" cy="1436347"/>
          </a:xfrm>
          <a:prstGeom prst="hexagon">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Hexagon 16">
            <a:extLst>
              <a:ext uri="{FF2B5EF4-FFF2-40B4-BE49-F238E27FC236}">
                <a16:creationId xmlns:a16="http://schemas.microsoft.com/office/drawing/2014/main" id="{FC050232-A229-425F-BFC8-D50374F2D171}"/>
              </a:ext>
            </a:extLst>
          </p:cNvPr>
          <p:cNvSpPr/>
          <p:nvPr userDrawn="1"/>
        </p:nvSpPr>
        <p:spPr>
          <a:xfrm>
            <a:off x="3804994" y="5233183"/>
            <a:ext cx="718261" cy="619191"/>
          </a:xfrm>
          <a:prstGeom prst="hexagon">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Hexagon 17">
            <a:extLst>
              <a:ext uri="{FF2B5EF4-FFF2-40B4-BE49-F238E27FC236}">
                <a16:creationId xmlns:a16="http://schemas.microsoft.com/office/drawing/2014/main" id="{53E4EBC7-340A-43A5-9E23-4B73A6F700B6}"/>
              </a:ext>
            </a:extLst>
          </p:cNvPr>
          <p:cNvSpPr/>
          <p:nvPr userDrawn="1"/>
        </p:nvSpPr>
        <p:spPr>
          <a:xfrm>
            <a:off x="1837838" y="1101306"/>
            <a:ext cx="651613" cy="561736"/>
          </a:xfrm>
          <a:prstGeom prst="hexagon">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Picture Placeholder 18">
            <a:extLst>
              <a:ext uri="{FF2B5EF4-FFF2-40B4-BE49-F238E27FC236}">
                <a16:creationId xmlns:a16="http://schemas.microsoft.com/office/drawing/2014/main" id="{1ED0E31A-F0A3-481D-8D9C-E3C4531FD21D}"/>
              </a:ext>
            </a:extLst>
          </p:cNvPr>
          <p:cNvSpPr>
            <a:spLocks noGrp="1"/>
          </p:cNvSpPr>
          <p:nvPr>
            <p:ph type="pic" sz="quarter" idx="12"/>
          </p:nvPr>
        </p:nvSpPr>
        <p:spPr>
          <a:xfrm>
            <a:off x="1571515" y="1914044"/>
            <a:ext cx="3993624" cy="3617848"/>
          </a:xfrm>
          <a:custGeom>
            <a:avLst/>
            <a:gdLst>
              <a:gd name="connsiteX0" fmla="*/ 1223161 w 3993624"/>
              <a:gd name="connsiteY0" fmla="*/ 2354088 h 3617848"/>
              <a:gd name="connsiteX1" fmla="*/ 2057242 w 3993624"/>
              <a:gd name="connsiteY1" fmla="*/ 2354088 h 3617848"/>
              <a:gd name="connsiteX2" fmla="*/ 2373182 w 3993624"/>
              <a:gd name="connsiteY2" fmla="*/ 2985968 h 3617848"/>
              <a:gd name="connsiteX3" fmla="*/ 2057242 w 3993624"/>
              <a:gd name="connsiteY3" fmla="*/ 3617848 h 3617848"/>
              <a:gd name="connsiteX4" fmla="*/ 1223161 w 3993624"/>
              <a:gd name="connsiteY4" fmla="*/ 3617848 h 3617848"/>
              <a:gd name="connsiteX5" fmla="*/ 907221 w 3993624"/>
              <a:gd name="connsiteY5" fmla="*/ 2985968 h 3617848"/>
              <a:gd name="connsiteX6" fmla="*/ 2569631 w 3993624"/>
              <a:gd name="connsiteY6" fmla="*/ 1425984 h 3617848"/>
              <a:gd name="connsiteX7" fmla="*/ 3602417 w 3993624"/>
              <a:gd name="connsiteY7" fmla="*/ 1425984 h 3617848"/>
              <a:gd name="connsiteX8" fmla="*/ 3993624 w 3993624"/>
              <a:gd name="connsiteY8" fmla="*/ 2208398 h 3617848"/>
              <a:gd name="connsiteX9" fmla="*/ 3602417 w 3993624"/>
              <a:gd name="connsiteY9" fmla="*/ 2990812 h 3617848"/>
              <a:gd name="connsiteX10" fmla="*/ 2569631 w 3993624"/>
              <a:gd name="connsiteY10" fmla="*/ 2990812 h 3617848"/>
              <a:gd name="connsiteX11" fmla="*/ 2178424 w 3993624"/>
              <a:gd name="connsiteY11" fmla="*/ 2208398 h 3617848"/>
              <a:gd name="connsiteX12" fmla="*/ 551406 w 3993624"/>
              <a:gd name="connsiteY12" fmla="*/ 0 h 3617848"/>
              <a:gd name="connsiteX13" fmla="*/ 2007117 w 3993624"/>
              <a:gd name="connsiteY13" fmla="*/ 0 h 3617848"/>
              <a:gd name="connsiteX14" fmla="*/ 2558523 w 3993624"/>
              <a:gd name="connsiteY14" fmla="*/ 1102811 h 3617848"/>
              <a:gd name="connsiteX15" fmla="*/ 2007117 w 3993624"/>
              <a:gd name="connsiteY15" fmla="*/ 2205622 h 3617848"/>
              <a:gd name="connsiteX16" fmla="*/ 551406 w 3993624"/>
              <a:gd name="connsiteY16" fmla="*/ 2205622 h 3617848"/>
              <a:gd name="connsiteX17" fmla="*/ 0 w 3993624"/>
              <a:gd name="connsiteY17" fmla="*/ 1102811 h 36178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993624" h="3617848">
                <a:moveTo>
                  <a:pt x="1223161" y="2354088"/>
                </a:moveTo>
                <a:lnTo>
                  <a:pt x="2057242" y="2354088"/>
                </a:lnTo>
                <a:lnTo>
                  <a:pt x="2373182" y="2985968"/>
                </a:lnTo>
                <a:lnTo>
                  <a:pt x="2057242" y="3617848"/>
                </a:lnTo>
                <a:lnTo>
                  <a:pt x="1223161" y="3617848"/>
                </a:lnTo>
                <a:lnTo>
                  <a:pt x="907221" y="2985968"/>
                </a:lnTo>
                <a:close/>
                <a:moveTo>
                  <a:pt x="2569631" y="1425984"/>
                </a:moveTo>
                <a:lnTo>
                  <a:pt x="3602417" y="1425984"/>
                </a:lnTo>
                <a:lnTo>
                  <a:pt x="3993624" y="2208398"/>
                </a:lnTo>
                <a:lnTo>
                  <a:pt x="3602417" y="2990812"/>
                </a:lnTo>
                <a:lnTo>
                  <a:pt x="2569631" y="2990812"/>
                </a:lnTo>
                <a:lnTo>
                  <a:pt x="2178424" y="2208398"/>
                </a:lnTo>
                <a:close/>
                <a:moveTo>
                  <a:pt x="551406" y="0"/>
                </a:moveTo>
                <a:lnTo>
                  <a:pt x="2007117" y="0"/>
                </a:lnTo>
                <a:lnTo>
                  <a:pt x="2558523" y="1102811"/>
                </a:lnTo>
                <a:lnTo>
                  <a:pt x="2007117" y="2205622"/>
                </a:lnTo>
                <a:lnTo>
                  <a:pt x="551406" y="2205622"/>
                </a:lnTo>
                <a:lnTo>
                  <a:pt x="0" y="1102811"/>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03E68100-C56F-4515-A4FD-3F301797E78F}"/>
              </a:ext>
            </a:extLst>
          </p:cNvPr>
          <p:cNvSpPr>
            <a:spLocks noGrp="1"/>
          </p:cNvSpPr>
          <p:nvPr>
            <p:ph type="title"/>
          </p:nvPr>
        </p:nvSpPr>
        <p:spPr>
          <a:xfrm>
            <a:off x="6312871" y="2050552"/>
            <a:ext cx="4998720" cy="1748983"/>
          </a:xfrm>
          <a:prstGeom prst="rect">
            <a:avLst/>
          </a:prstGeom>
        </p:spPr>
        <p:txBody>
          <a:bodyPr/>
          <a:lstStyle>
            <a:lvl1pPr>
              <a:defRPr sz="2800">
                <a:solidFill>
                  <a:schemeClr val="tx1"/>
                </a:solidFill>
                <a:latin typeface="+mn-lt"/>
              </a:defRPr>
            </a:lvl1pPr>
          </a:lstStyle>
          <a:p>
            <a:r>
              <a:rPr lang="en-US"/>
              <a:t>Click to edit Master title style</a:t>
            </a:r>
          </a:p>
        </p:txBody>
      </p:sp>
    </p:spTree>
    <p:extLst>
      <p:ext uri="{BB962C8B-B14F-4D97-AF65-F5344CB8AC3E}">
        <p14:creationId xmlns:p14="http://schemas.microsoft.com/office/powerpoint/2010/main" val="1409194673"/>
      </p:ext>
    </p:extLst>
  </p:cSld>
  <p:clrMapOvr>
    <a:masterClrMapping/>
  </p:clrMapOvr>
  <p:extLst>
    <p:ext uri="{DCECCB84-F9BA-43D5-87BE-67443E8EF086}">
      <p15:sldGuideLst xmlns:p15="http://schemas.microsoft.com/office/powerpoint/2012/main">
        <p15:guide id="1" orient="horz" pos="1272">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Introduction">
    <p:spTree>
      <p:nvGrpSpPr>
        <p:cNvPr id="1" name=""/>
        <p:cNvGrpSpPr/>
        <p:nvPr/>
      </p:nvGrpSpPr>
      <p:grpSpPr>
        <a:xfrm>
          <a:off x="0" y="0"/>
          <a:ext cx="0" cy="0"/>
          <a:chOff x="0" y="0"/>
          <a:chExt cx="0" cy="0"/>
        </a:xfrm>
      </p:grpSpPr>
      <p:sp>
        <p:nvSpPr>
          <p:cNvPr id="10" name="Oval 9">
            <a:extLst>
              <a:ext uri="{FF2B5EF4-FFF2-40B4-BE49-F238E27FC236}">
                <a16:creationId xmlns:a16="http://schemas.microsoft.com/office/drawing/2014/main" id="{24FAA9D0-7C9C-4043-9931-A15819ABB9B5}"/>
              </a:ext>
            </a:extLst>
          </p:cNvPr>
          <p:cNvSpPr/>
          <p:nvPr userDrawn="1"/>
        </p:nvSpPr>
        <p:spPr>
          <a:xfrm>
            <a:off x="7362825" y="443263"/>
            <a:ext cx="361950" cy="361950"/>
          </a:xfrm>
          <a:prstGeom prst="ellipse">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4" name="Oval 13">
            <a:extLst>
              <a:ext uri="{FF2B5EF4-FFF2-40B4-BE49-F238E27FC236}">
                <a16:creationId xmlns:a16="http://schemas.microsoft.com/office/drawing/2014/main" id="{E232AB2D-843E-4B5F-8793-6A263DA356BB}"/>
              </a:ext>
            </a:extLst>
          </p:cNvPr>
          <p:cNvSpPr/>
          <p:nvPr userDrawn="1"/>
        </p:nvSpPr>
        <p:spPr>
          <a:xfrm>
            <a:off x="11007246" y="5605994"/>
            <a:ext cx="654227" cy="654227"/>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6" name="Oval 15">
            <a:extLst>
              <a:ext uri="{FF2B5EF4-FFF2-40B4-BE49-F238E27FC236}">
                <a16:creationId xmlns:a16="http://schemas.microsoft.com/office/drawing/2014/main" id="{FA75A12B-C399-4072-BD69-D872D2C2AD1F}"/>
              </a:ext>
            </a:extLst>
          </p:cNvPr>
          <p:cNvSpPr/>
          <p:nvPr userDrawn="1"/>
        </p:nvSpPr>
        <p:spPr>
          <a:xfrm>
            <a:off x="10683791" y="6132439"/>
            <a:ext cx="251152" cy="251152"/>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23" name="Picture Placeholder 22">
            <a:extLst>
              <a:ext uri="{FF2B5EF4-FFF2-40B4-BE49-F238E27FC236}">
                <a16:creationId xmlns:a16="http://schemas.microsoft.com/office/drawing/2014/main" id="{423AE48B-50E9-4BEA-B66A-B2D2B9CCFE9C}"/>
              </a:ext>
            </a:extLst>
          </p:cNvPr>
          <p:cNvSpPr>
            <a:spLocks noGrp="1"/>
          </p:cNvSpPr>
          <p:nvPr>
            <p:ph type="pic" sz="quarter" idx="10"/>
          </p:nvPr>
        </p:nvSpPr>
        <p:spPr>
          <a:xfrm>
            <a:off x="5733416" y="624239"/>
            <a:ext cx="5855754" cy="5631571"/>
          </a:xfrm>
          <a:custGeom>
            <a:avLst/>
            <a:gdLst>
              <a:gd name="connsiteX0" fmla="*/ 3433020 w 5855754"/>
              <a:gd name="connsiteY0" fmla="*/ 786103 h 5631571"/>
              <a:gd name="connsiteX1" fmla="*/ 5855754 w 5855754"/>
              <a:gd name="connsiteY1" fmla="*/ 3208837 h 5631571"/>
              <a:gd name="connsiteX2" fmla="*/ 3433020 w 5855754"/>
              <a:gd name="connsiteY2" fmla="*/ 5631571 h 5631571"/>
              <a:gd name="connsiteX3" fmla="*/ 1010286 w 5855754"/>
              <a:gd name="connsiteY3" fmla="*/ 3208837 h 5631571"/>
              <a:gd name="connsiteX4" fmla="*/ 3433020 w 5855754"/>
              <a:gd name="connsiteY4" fmla="*/ 786103 h 5631571"/>
              <a:gd name="connsiteX5" fmla="*/ 828675 w 5855754"/>
              <a:gd name="connsiteY5" fmla="*/ 0 h 5631571"/>
              <a:gd name="connsiteX6" fmla="*/ 1657350 w 5855754"/>
              <a:gd name="connsiteY6" fmla="*/ 828675 h 5631571"/>
              <a:gd name="connsiteX7" fmla="*/ 828675 w 5855754"/>
              <a:gd name="connsiteY7" fmla="*/ 1657350 h 5631571"/>
              <a:gd name="connsiteX8" fmla="*/ 0 w 5855754"/>
              <a:gd name="connsiteY8" fmla="*/ 828675 h 5631571"/>
              <a:gd name="connsiteX9" fmla="*/ 828675 w 5855754"/>
              <a:gd name="connsiteY9" fmla="*/ 0 h 56315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855754" h="5631571">
                <a:moveTo>
                  <a:pt x="3433020" y="786103"/>
                </a:moveTo>
                <a:cubicBezTo>
                  <a:pt x="4771059" y="786103"/>
                  <a:pt x="5855754" y="1870798"/>
                  <a:pt x="5855754" y="3208837"/>
                </a:cubicBezTo>
                <a:cubicBezTo>
                  <a:pt x="5855754" y="4546876"/>
                  <a:pt x="4771059" y="5631571"/>
                  <a:pt x="3433020" y="5631571"/>
                </a:cubicBezTo>
                <a:cubicBezTo>
                  <a:pt x="2094981" y="5631571"/>
                  <a:pt x="1010286" y="4546876"/>
                  <a:pt x="1010286" y="3208837"/>
                </a:cubicBezTo>
                <a:cubicBezTo>
                  <a:pt x="1010286" y="1870798"/>
                  <a:pt x="2094981" y="786103"/>
                  <a:pt x="3433020" y="786103"/>
                </a:cubicBezTo>
                <a:close/>
                <a:moveTo>
                  <a:pt x="828675" y="0"/>
                </a:moveTo>
                <a:cubicBezTo>
                  <a:pt x="1286340" y="0"/>
                  <a:pt x="1657350" y="371010"/>
                  <a:pt x="1657350" y="828675"/>
                </a:cubicBezTo>
                <a:cubicBezTo>
                  <a:pt x="1657350" y="1286340"/>
                  <a:pt x="1286340" y="1657350"/>
                  <a:pt x="828675" y="1657350"/>
                </a:cubicBezTo>
                <a:cubicBezTo>
                  <a:pt x="371010" y="1657350"/>
                  <a:pt x="0" y="1286340"/>
                  <a:pt x="0" y="828675"/>
                </a:cubicBezTo>
                <a:cubicBezTo>
                  <a:pt x="0" y="371010"/>
                  <a:pt x="371010" y="0"/>
                  <a:pt x="828675" y="0"/>
                </a:cubicBezTo>
                <a:close/>
              </a:path>
            </a:pathLst>
          </a:custGeom>
        </p:spPr>
        <p:txBody>
          <a:bodyPr wrap="square" anchor="ctr">
            <a:noAutofit/>
          </a:bodyPr>
          <a:lstStyle>
            <a:lvl1pPr algn="ctr">
              <a:buNone/>
              <a:defRPr/>
            </a:lvl1pPr>
          </a:lstStyle>
          <a:p>
            <a:r>
              <a:rPr lang="en-US"/>
              <a:t>Click icon to add picture</a:t>
            </a:r>
            <a:endParaRPr lang="en-US" dirty="0"/>
          </a:p>
        </p:txBody>
      </p:sp>
      <p:sp>
        <p:nvSpPr>
          <p:cNvPr id="27" name="Text Placeholder 26">
            <a:extLst>
              <a:ext uri="{FF2B5EF4-FFF2-40B4-BE49-F238E27FC236}">
                <a16:creationId xmlns:a16="http://schemas.microsoft.com/office/drawing/2014/main" id="{282D3E62-6D1A-4E9D-BE54-2EED9BF429A4}"/>
              </a:ext>
            </a:extLst>
          </p:cNvPr>
          <p:cNvSpPr>
            <a:spLocks noGrp="1"/>
          </p:cNvSpPr>
          <p:nvPr>
            <p:ph type="body" sz="quarter" idx="12"/>
          </p:nvPr>
        </p:nvSpPr>
        <p:spPr>
          <a:xfrm>
            <a:off x="660400" y="2044700"/>
            <a:ext cx="4275138" cy="3560763"/>
          </a:xfrm>
          <a:prstGeom prst="rect">
            <a:avLst/>
          </a:prstGeom>
        </p:spPr>
        <p:txBody>
          <a:bodyPr/>
          <a:lstStyle>
            <a:lvl1pPr>
              <a:lnSpc>
                <a:spcPct val="150000"/>
              </a:lnSpc>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2000"/>
            </a:lvl2pPr>
            <a:lvl3pPr>
              <a:buClr>
                <a:schemeClr val="accent4"/>
              </a:buClr>
              <a:buFont typeface="Wingdings" panose="05000000000000000000" pitchFamily="2" charset="2"/>
              <a:buChar char="§"/>
              <a:defRPr sz="1800"/>
            </a:lvl3pPr>
            <a:lvl4pPr>
              <a:buClr>
                <a:schemeClr val="accent4"/>
              </a:buClr>
              <a:buFont typeface="Wingdings" panose="05000000000000000000" pitchFamily="2" charset="2"/>
              <a:buChar char="§"/>
              <a:defRPr sz="1800"/>
            </a:lvl4pPr>
            <a:lvl5pPr>
              <a:buClr>
                <a:schemeClr val="accent4"/>
              </a:buClr>
              <a:buFont typeface="Wingdings" panose="05000000000000000000" pitchFamily="2" charset="2"/>
              <a:buChar char="§"/>
              <a:defRPr sz="1800"/>
            </a:lvl5pPr>
          </a:lstStyle>
          <a:p>
            <a:pPr lvl="0"/>
            <a:r>
              <a:rPr lang="en-US"/>
              <a:t>Click to edit Master text styles</a:t>
            </a:r>
          </a:p>
        </p:txBody>
      </p:sp>
      <p:sp>
        <p:nvSpPr>
          <p:cNvPr id="8" name="Title 1">
            <a:extLst>
              <a:ext uri="{FF2B5EF4-FFF2-40B4-BE49-F238E27FC236}">
                <a16:creationId xmlns:a16="http://schemas.microsoft.com/office/drawing/2014/main" id="{DEB8F0E5-B89F-48AD-87BD-534EA9463CD3}"/>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75139580"/>
      </p:ext>
    </p:extLst>
  </p:cSld>
  <p:clrMapOvr>
    <a:masterClrMapping/>
  </p:clrMapOvr>
  <p:extLst>
    <p:ext uri="{DCECCB84-F9BA-43D5-87BE-67443E8EF086}">
      <p15:sldGuideLst xmlns:p15="http://schemas.microsoft.com/office/powerpoint/2012/main">
        <p15:guide id="1" orient="horz" pos="216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Agenda">
    <p:spTree>
      <p:nvGrpSpPr>
        <p:cNvPr id="1" name=""/>
        <p:cNvGrpSpPr/>
        <p:nvPr/>
      </p:nvGrpSpPr>
      <p:grpSpPr>
        <a:xfrm>
          <a:off x="0" y="0"/>
          <a:ext cx="0" cy="0"/>
          <a:chOff x="0" y="0"/>
          <a:chExt cx="0" cy="0"/>
        </a:xfrm>
      </p:grpSpPr>
      <p:sp>
        <p:nvSpPr>
          <p:cNvPr id="10" name="Text Placeholder 26">
            <a:extLst>
              <a:ext uri="{FF2B5EF4-FFF2-40B4-BE49-F238E27FC236}">
                <a16:creationId xmlns:a16="http://schemas.microsoft.com/office/drawing/2014/main" id="{4AA38E8C-A334-4183-8ABC-112B8517F487}"/>
              </a:ext>
            </a:extLst>
          </p:cNvPr>
          <p:cNvSpPr>
            <a:spLocks noGrp="1"/>
          </p:cNvSpPr>
          <p:nvPr>
            <p:ph type="body" sz="quarter" idx="12"/>
          </p:nvPr>
        </p:nvSpPr>
        <p:spPr>
          <a:xfrm>
            <a:off x="660400" y="2044700"/>
            <a:ext cx="4275138" cy="3560763"/>
          </a:xfrm>
          <a:prstGeom prst="rect">
            <a:avLst/>
          </a:prstGeom>
        </p:spPr>
        <p:txBody>
          <a:bodyPr/>
          <a:lstStyle>
            <a:lvl1pPr>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1800"/>
            </a:lvl2pPr>
            <a:lvl3pPr>
              <a:buClr>
                <a:schemeClr val="accent4"/>
              </a:buClr>
              <a:buFont typeface="Wingdings" panose="05000000000000000000" pitchFamily="2" charset="2"/>
              <a:buChar char="§"/>
              <a:defRPr sz="1600"/>
            </a:lvl3pPr>
            <a:lvl4pPr>
              <a:buClr>
                <a:schemeClr val="accent4"/>
              </a:buClr>
              <a:buFont typeface="Wingdings" panose="05000000000000000000" pitchFamily="2" charset="2"/>
              <a:buChar char="§"/>
              <a:defRPr sz="1600"/>
            </a:lvl4pPr>
            <a:lvl5pPr>
              <a:buClr>
                <a:schemeClr val="accent4"/>
              </a:buClr>
              <a:buFont typeface="Wingdings" panose="05000000000000000000" pitchFamily="2" charset="2"/>
              <a:buChar char="§"/>
              <a:defRPr sz="1600"/>
            </a:lvl5pPr>
          </a:lstStyle>
          <a:p>
            <a:pPr lvl="0"/>
            <a:r>
              <a:rPr lang="en-US"/>
              <a:t>Click to edit Master text styles</a:t>
            </a:r>
          </a:p>
        </p:txBody>
      </p:sp>
      <p:sp>
        <p:nvSpPr>
          <p:cNvPr id="19" name="Rectangle 18">
            <a:extLst>
              <a:ext uri="{FF2B5EF4-FFF2-40B4-BE49-F238E27FC236}">
                <a16:creationId xmlns:a16="http://schemas.microsoft.com/office/drawing/2014/main" id="{B80624A4-5116-4AAF-8C31-C25D1DB16FEC}"/>
              </a:ext>
            </a:extLst>
          </p:cNvPr>
          <p:cNvSpPr/>
          <p:nvPr userDrawn="1"/>
        </p:nvSpPr>
        <p:spPr>
          <a:xfrm>
            <a:off x="9354457" y="5363987"/>
            <a:ext cx="457200" cy="4572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Rectangle 20">
            <a:extLst>
              <a:ext uri="{FF2B5EF4-FFF2-40B4-BE49-F238E27FC236}">
                <a16:creationId xmlns:a16="http://schemas.microsoft.com/office/drawing/2014/main" id="{1D07EC8A-6024-4DEA-9C4D-AE4228E17854}"/>
              </a:ext>
            </a:extLst>
          </p:cNvPr>
          <p:cNvSpPr/>
          <p:nvPr userDrawn="1"/>
        </p:nvSpPr>
        <p:spPr>
          <a:xfrm>
            <a:off x="6692791" y="1699889"/>
            <a:ext cx="319749" cy="31974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ectangle 22">
            <a:extLst>
              <a:ext uri="{FF2B5EF4-FFF2-40B4-BE49-F238E27FC236}">
                <a16:creationId xmlns:a16="http://schemas.microsoft.com/office/drawing/2014/main" id="{D1C8FAEF-DF78-48CC-AEEF-F9B802055C05}"/>
              </a:ext>
            </a:extLst>
          </p:cNvPr>
          <p:cNvSpPr/>
          <p:nvPr userDrawn="1"/>
        </p:nvSpPr>
        <p:spPr>
          <a:xfrm>
            <a:off x="9354457" y="5897738"/>
            <a:ext cx="179977" cy="179977"/>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Picture Placeholder 10">
            <a:extLst>
              <a:ext uri="{FF2B5EF4-FFF2-40B4-BE49-F238E27FC236}">
                <a16:creationId xmlns:a16="http://schemas.microsoft.com/office/drawing/2014/main" id="{566F72D6-AEEE-4CF3-8136-F6782F1E489E}"/>
              </a:ext>
            </a:extLst>
          </p:cNvPr>
          <p:cNvSpPr>
            <a:spLocks noGrp="1"/>
          </p:cNvSpPr>
          <p:nvPr>
            <p:ph type="pic" sz="quarter" idx="13"/>
          </p:nvPr>
        </p:nvSpPr>
        <p:spPr>
          <a:xfrm>
            <a:off x="7090227" y="786181"/>
            <a:ext cx="4441372" cy="5393036"/>
          </a:xfrm>
          <a:custGeom>
            <a:avLst/>
            <a:gdLst>
              <a:gd name="connsiteX0" fmla="*/ 0 w 4441372"/>
              <a:gd name="connsiteY0" fmla="*/ 3188969 h 5393036"/>
              <a:gd name="connsiteX1" fmla="*/ 2173516 w 4441372"/>
              <a:gd name="connsiteY1" fmla="*/ 3188969 h 5393036"/>
              <a:gd name="connsiteX2" fmla="*/ 2173516 w 4441372"/>
              <a:gd name="connsiteY2" fmla="*/ 5393036 h 5393036"/>
              <a:gd name="connsiteX3" fmla="*/ 0 w 4441372"/>
              <a:gd name="connsiteY3" fmla="*/ 5393036 h 5393036"/>
              <a:gd name="connsiteX4" fmla="*/ 2267856 w 4441372"/>
              <a:gd name="connsiteY4" fmla="*/ 2293018 h 5393036"/>
              <a:gd name="connsiteX5" fmla="*/ 4441372 w 4441372"/>
              <a:gd name="connsiteY5" fmla="*/ 2293018 h 5393036"/>
              <a:gd name="connsiteX6" fmla="*/ 4441372 w 4441372"/>
              <a:gd name="connsiteY6" fmla="*/ 4497085 h 5393036"/>
              <a:gd name="connsiteX7" fmla="*/ 2267856 w 4441372"/>
              <a:gd name="connsiteY7" fmla="*/ 4497085 h 5393036"/>
              <a:gd name="connsiteX8" fmla="*/ 0 w 4441372"/>
              <a:gd name="connsiteY8" fmla="*/ 906837 h 5393036"/>
              <a:gd name="connsiteX9" fmla="*/ 2173516 w 4441372"/>
              <a:gd name="connsiteY9" fmla="*/ 906837 h 5393036"/>
              <a:gd name="connsiteX10" fmla="*/ 2173516 w 4441372"/>
              <a:gd name="connsiteY10" fmla="*/ 3110904 h 5393036"/>
              <a:gd name="connsiteX11" fmla="*/ 0 w 4441372"/>
              <a:gd name="connsiteY11" fmla="*/ 3110904 h 5393036"/>
              <a:gd name="connsiteX12" fmla="*/ 2267856 w 4441372"/>
              <a:gd name="connsiteY12" fmla="*/ 0 h 5393036"/>
              <a:gd name="connsiteX13" fmla="*/ 4441372 w 4441372"/>
              <a:gd name="connsiteY13" fmla="*/ 0 h 5393036"/>
              <a:gd name="connsiteX14" fmla="*/ 4441372 w 4441372"/>
              <a:gd name="connsiteY14" fmla="*/ 2204067 h 5393036"/>
              <a:gd name="connsiteX15" fmla="*/ 2267856 w 4441372"/>
              <a:gd name="connsiteY15" fmla="*/ 2204067 h 5393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441372" h="5393036">
                <a:moveTo>
                  <a:pt x="0" y="3188969"/>
                </a:moveTo>
                <a:lnTo>
                  <a:pt x="2173516" y="3188969"/>
                </a:lnTo>
                <a:lnTo>
                  <a:pt x="2173516" y="5393036"/>
                </a:lnTo>
                <a:lnTo>
                  <a:pt x="0" y="5393036"/>
                </a:lnTo>
                <a:close/>
                <a:moveTo>
                  <a:pt x="2267856" y="2293018"/>
                </a:moveTo>
                <a:lnTo>
                  <a:pt x="4441372" y="2293018"/>
                </a:lnTo>
                <a:lnTo>
                  <a:pt x="4441372" y="4497085"/>
                </a:lnTo>
                <a:lnTo>
                  <a:pt x="2267856" y="4497085"/>
                </a:lnTo>
                <a:close/>
                <a:moveTo>
                  <a:pt x="0" y="906837"/>
                </a:moveTo>
                <a:lnTo>
                  <a:pt x="2173516" y="906837"/>
                </a:lnTo>
                <a:lnTo>
                  <a:pt x="2173516" y="3110904"/>
                </a:lnTo>
                <a:lnTo>
                  <a:pt x="0" y="3110904"/>
                </a:lnTo>
                <a:close/>
                <a:moveTo>
                  <a:pt x="2267856" y="0"/>
                </a:moveTo>
                <a:lnTo>
                  <a:pt x="4441372" y="0"/>
                </a:lnTo>
                <a:lnTo>
                  <a:pt x="4441372" y="2204067"/>
                </a:lnTo>
                <a:lnTo>
                  <a:pt x="2267856" y="2204067"/>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459DADC7-BE21-4434-A6E4-BAF809005389}"/>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1591254852"/>
      </p:ext>
    </p:extLst>
  </p:cSld>
  <p:clrMapOvr>
    <a:masterClrMapping/>
  </p:clrMapOvr>
  <p:extLst>
    <p:ext uri="{DCECCB84-F9BA-43D5-87BE-67443E8EF086}">
      <p15:sldGuideLst xmlns:p15="http://schemas.microsoft.com/office/powerpoint/2012/main">
        <p15:guide id="1" orient="horz" pos="504">
          <p15:clr>
            <a:srgbClr val="FBAE40"/>
          </p15:clr>
        </p15:guide>
        <p15:guide id="2" pos="3840">
          <p15:clr>
            <a:srgbClr val="FBAE40"/>
          </p15:clr>
        </p15:guide>
        <p15:guide id="3" orient="horz" pos="1416">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Team">
    <p:spTree>
      <p:nvGrpSpPr>
        <p:cNvPr id="1" name=""/>
        <p:cNvGrpSpPr/>
        <p:nvPr/>
      </p:nvGrpSpPr>
      <p:grpSpPr>
        <a:xfrm>
          <a:off x="0" y="0"/>
          <a:ext cx="0" cy="0"/>
          <a:chOff x="0" y="0"/>
          <a:chExt cx="0" cy="0"/>
        </a:xfrm>
      </p:grpSpPr>
      <p:sp>
        <p:nvSpPr>
          <p:cNvPr id="39" name="Picture Placeholder 38">
            <a:extLst>
              <a:ext uri="{FF2B5EF4-FFF2-40B4-BE49-F238E27FC236}">
                <a16:creationId xmlns:a16="http://schemas.microsoft.com/office/drawing/2014/main" id="{CF421413-161E-4B36-B693-FB38DF14EDAB}"/>
              </a:ext>
            </a:extLst>
          </p:cNvPr>
          <p:cNvSpPr>
            <a:spLocks noGrp="1"/>
          </p:cNvSpPr>
          <p:nvPr>
            <p:ph type="pic" sz="quarter" idx="22"/>
          </p:nvPr>
        </p:nvSpPr>
        <p:spPr>
          <a:xfrm>
            <a:off x="5353508"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38" name="Picture Placeholder 37">
            <a:extLst>
              <a:ext uri="{FF2B5EF4-FFF2-40B4-BE49-F238E27FC236}">
                <a16:creationId xmlns:a16="http://schemas.microsoft.com/office/drawing/2014/main" id="{B5D207AE-9C9C-410A-9F31-2402BAD6DDFF}"/>
              </a:ext>
            </a:extLst>
          </p:cNvPr>
          <p:cNvSpPr>
            <a:spLocks noGrp="1"/>
          </p:cNvSpPr>
          <p:nvPr>
            <p:ph type="pic" sz="quarter" idx="21"/>
          </p:nvPr>
        </p:nvSpPr>
        <p:spPr>
          <a:xfrm>
            <a:off x="311592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0" name="Picture Placeholder 39">
            <a:extLst>
              <a:ext uri="{FF2B5EF4-FFF2-40B4-BE49-F238E27FC236}">
                <a16:creationId xmlns:a16="http://schemas.microsoft.com/office/drawing/2014/main" id="{DE3344FC-C4DE-481F-9C31-667EDD563C47}"/>
              </a:ext>
            </a:extLst>
          </p:cNvPr>
          <p:cNvSpPr>
            <a:spLocks noGrp="1"/>
          </p:cNvSpPr>
          <p:nvPr>
            <p:ph type="pic" sz="quarter" idx="23"/>
          </p:nvPr>
        </p:nvSpPr>
        <p:spPr>
          <a:xfrm>
            <a:off x="7602465"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1" name="Picture Placeholder 40">
            <a:extLst>
              <a:ext uri="{FF2B5EF4-FFF2-40B4-BE49-F238E27FC236}">
                <a16:creationId xmlns:a16="http://schemas.microsoft.com/office/drawing/2014/main" id="{59094D7D-3613-49C1-BB58-A65B41A9738D}"/>
              </a:ext>
            </a:extLst>
          </p:cNvPr>
          <p:cNvSpPr>
            <a:spLocks noGrp="1"/>
          </p:cNvSpPr>
          <p:nvPr>
            <p:ph type="pic" sz="quarter" idx="24"/>
          </p:nvPr>
        </p:nvSpPr>
        <p:spPr>
          <a:xfrm>
            <a:off x="984005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8" name="Title 1">
            <a:extLst>
              <a:ext uri="{FF2B5EF4-FFF2-40B4-BE49-F238E27FC236}">
                <a16:creationId xmlns:a16="http://schemas.microsoft.com/office/drawing/2014/main" id="{69FE87B7-32A4-4C7F-9AAF-37688E640456}"/>
              </a:ext>
            </a:extLst>
          </p:cNvPr>
          <p:cNvSpPr>
            <a:spLocks noGrp="1"/>
          </p:cNvSpPr>
          <p:nvPr>
            <p:ph type="title"/>
          </p:nvPr>
        </p:nvSpPr>
        <p:spPr>
          <a:xfrm>
            <a:off x="432000" y="647700"/>
            <a:ext cx="11340000" cy="700114"/>
          </a:xfrm>
          <a:prstGeom prst="rect">
            <a:avLst/>
          </a:prstGeom>
        </p:spPr>
        <p:txBody>
          <a:bodyPr anchor="ctr"/>
          <a:lstStyle/>
          <a:p>
            <a:pPr algn="ctr"/>
            <a:r>
              <a:rPr lang="en-US" sz="4800" b="1">
                <a:solidFill>
                  <a:schemeClr val="tx1"/>
                </a:solidFill>
              </a:rPr>
              <a:t>Click to edit Master title style</a:t>
            </a:r>
            <a:endParaRPr lang="en-US" sz="4800" b="1" dirty="0">
              <a:solidFill>
                <a:schemeClr val="tx1"/>
              </a:solidFill>
            </a:endParaRPr>
          </a:p>
        </p:txBody>
      </p:sp>
      <p:sp>
        <p:nvSpPr>
          <p:cNvPr id="9" name="Hexagon 8">
            <a:extLst>
              <a:ext uri="{FF2B5EF4-FFF2-40B4-BE49-F238E27FC236}">
                <a16:creationId xmlns:a16="http://schemas.microsoft.com/office/drawing/2014/main" id="{476CA45F-A66A-4AD8-A004-10DB55A5D7B2}"/>
              </a:ext>
            </a:extLst>
          </p:cNvPr>
          <p:cNvSpPr/>
          <p:nvPr userDrawn="1"/>
        </p:nvSpPr>
        <p:spPr>
          <a:xfrm>
            <a:off x="546669" y="3467555"/>
            <a:ext cx="458268" cy="395059"/>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Hexagon 9">
            <a:extLst>
              <a:ext uri="{FF2B5EF4-FFF2-40B4-BE49-F238E27FC236}">
                <a16:creationId xmlns:a16="http://schemas.microsoft.com/office/drawing/2014/main" id="{27A66A3D-2437-4015-9F5F-380C4D23D83C}"/>
              </a:ext>
            </a:extLst>
          </p:cNvPr>
          <p:cNvSpPr/>
          <p:nvPr userDrawn="1"/>
        </p:nvSpPr>
        <p:spPr>
          <a:xfrm>
            <a:off x="11113337" y="2394722"/>
            <a:ext cx="358391" cy="308958"/>
          </a:xfrm>
          <a:prstGeom prst="hexagon">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Hexagon 10">
            <a:extLst>
              <a:ext uri="{FF2B5EF4-FFF2-40B4-BE49-F238E27FC236}">
                <a16:creationId xmlns:a16="http://schemas.microsoft.com/office/drawing/2014/main" id="{FFB14F3B-E7EF-4546-8D74-71FFB45C77C0}"/>
              </a:ext>
            </a:extLst>
          </p:cNvPr>
          <p:cNvSpPr/>
          <p:nvPr userDrawn="1"/>
        </p:nvSpPr>
        <p:spPr>
          <a:xfrm>
            <a:off x="10882649" y="2202202"/>
            <a:ext cx="230688" cy="198869"/>
          </a:xfrm>
          <a:prstGeom prst="hexago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Text Placeholder 22">
            <a:extLst>
              <a:ext uri="{FF2B5EF4-FFF2-40B4-BE49-F238E27FC236}">
                <a16:creationId xmlns:a16="http://schemas.microsoft.com/office/drawing/2014/main" id="{591F943B-ED0D-49A1-844A-E23BA9A4871B}"/>
              </a:ext>
            </a:extLst>
          </p:cNvPr>
          <p:cNvSpPr>
            <a:spLocks noGrp="1"/>
          </p:cNvSpPr>
          <p:nvPr>
            <p:ph type="body" sz="quarter" idx="10"/>
          </p:nvPr>
        </p:nvSpPr>
        <p:spPr>
          <a:xfrm>
            <a:off x="546668"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4" name="Text Placeholder 22">
            <a:extLst>
              <a:ext uri="{FF2B5EF4-FFF2-40B4-BE49-F238E27FC236}">
                <a16:creationId xmlns:a16="http://schemas.microsoft.com/office/drawing/2014/main" id="{9AC6B9A8-053C-4828-B705-901C6018F30D}"/>
              </a:ext>
            </a:extLst>
          </p:cNvPr>
          <p:cNvSpPr>
            <a:spLocks noGrp="1"/>
          </p:cNvSpPr>
          <p:nvPr>
            <p:ph type="body" sz="quarter" idx="11"/>
          </p:nvPr>
        </p:nvSpPr>
        <p:spPr>
          <a:xfrm>
            <a:off x="556692"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7" name="Text Placeholder 22">
            <a:extLst>
              <a:ext uri="{FF2B5EF4-FFF2-40B4-BE49-F238E27FC236}">
                <a16:creationId xmlns:a16="http://schemas.microsoft.com/office/drawing/2014/main" id="{BBA6FD52-E179-41F8-AE78-9AF3D65F28B6}"/>
              </a:ext>
            </a:extLst>
          </p:cNvPr>
          <p:cNvSpPr>
            <a:spLocks noGrp="1"/>
          </p:cNvSpPr>
          <p:nvPr>
            <p:ph type="body" sz="quarter" idx="12"/>
          </p:nvPr>
        </p:nvSpPr>
        <p:spPr>
          <a:xfrm>
            <a:off x="2789482"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8" name="Text Placeholder 22">
            <a:extLst>
              <a:ext uri="{FF2B5EF4-FFF2-40B4-BE49-F238E27FC236}">
                <a16:creationId xmlns:a16="http://schemas.microsoft.com/office/drawing/2014/main" id="{C49A82AB-D328-4DB0-841B-186884119EBF}"/>
              </a:ext>
            </a:extLst>
          </p:cNvPr>
          <p:cNvSpPr>
            <a:spLocks noGrp="1"/>
          </p:cNvSpPr>
          <p:nvPr>
            <p:ph type="body" sz="quarter" idx="13"/>
          </p:nvPr>
        </p:nvSpPr>
        <p:spPr>
          <a:xfrm>
            <a:off x="278948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9" name="Text Placeholder 22">
            <a:extLst>
              <a:ext uri="{FF2B5EF4-FFF2-40B4-BE49-F238E27FC236}">
                <a16:creationId xmlns:a16="http://schemas.microsoft.com/office/drawing/2014/main" id="{84E23D5D-9866-48F9-8E08-DD2DBE4C4E32}"/>
              </a:ext>
            </a:extLst>
          </p:cNvPr>
          <p:cNvSpPr>
            <a:spLocks noGrp="1"/>
          </p:cNvSpPr>
          <p:nvPr>
            <p:ph type="body" sz="quarter" idx="14"/>
          </p:nvPr>
        </p:nvSpPr>
        <p:spPr>
          <a:xfrm>
            <a:off x="5032296"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0" name="Text Placeholder 22">
            <a:extLst>
              <a:ext uri="{FF2B5EF4-FFF2-40B4-BE49-F238E27FC236}">
                <a16:creationId xmlns:a16="http://schemas.microsoft.com/office/drawing/2014/main" id="{E671C9E6-A1A5-4EE5-8642-94AA7635DB05}"/>
              </a:ext>
            </a:extLst>
          </p:cNvPr>
          <p:cNvSpPr>
            <a:spLocks noGrp="1"/>
          </p:cNvSpPr>
          <p:nvPr>
            <p:ph type="body" sz="quarter" idx="15"/>
          </p:nvPr>
        </p:nvSpPr>
        <p:spPr>
          <a:xfrm>
            <a:off x="502920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1" name="Text Placeholder 22">
            <a:extLst>
              <a:ext uri="{FF2B5EF4-FFF2-40B4-BE49-F238E27FC236}">
                <a16:creationId xmlns:a16="http://schemas.microsoft.com/office/drawing/2014/main" id="{DF6BB5C9-B678-435A-830F-4C10EB1A957C}"/>
              </a:ext>
            </a:extLst>
          </p:cNvPr>
          <p:cNvSpPr>
            <a:spLocks noGrp="1"/>
          </p:cNvSpPr>
          <p:nvPr>
            <p:ph type="body" sz="quarter" idx="16"/>
          </p:nvPr>
        </p:nvSpPr>
        <p:spPr>
          <a:xfrm>
            <a:off x="7275110"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2" name="Text Placeholder 22">
            <a:extLst>
              <a:ext uri="{FF2B5EF4-FFF2-40B4-BE49-F238E27FC236}">
                <a16:creationId xmlns:a16="http://schemas.microsoft.com/office/drawing/2014/main" id="{1861EC87-A9E2-4FC3-B8BC-06C520B8A17F}"/>
              </a:ext>
            </a:extLst>
          </p:cNvPr>
          <p:cNvSpPr>
            <a:spLocks noGrp="1"/>
          </p:cNvSpPr>
          <p:nvPr>
            <p:ph type="body" sz="quarter" idx="17"/>
          </p:nvPr>
        </p:nvSpPr>
        <p:spPr>
          <a:xfrm>
            <a:off x="727511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3" name="Text Placeholder 22">
            <a:extLst>
              <a:ext uri="{FF2B5EF4-FFF2-40B4-BE49-F238E27FC236}">
                <a16:creationId xmlns:a16="http://schemas.microsoft.com/office/drawing/2014/main" id="{FC3EDE91-631F-4947-94DC-557685FD23E0}"/>
              </a:ext>
            </a:extLst>
          </p:cNvPr>
          <p:cNvSpPr>
            <a:spLocks noGrp="1"/>
          </p:cNvSpPr>
          <p:nvPr>
            <p:ph type="body" sz="quarter" idx="18"/>
          </p:nvPr>
        </p:nvSpPr>
        <p:spPr>
          <a:xfrm>
            <a:off x="9517923"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4" name="Text Placeholder 22">
            <a:extLst>
              <a:ext uri="{FF2B5EF4-FFF2-40B4-BE49-F238E27FC236}">
                <a16:creationId xmlns:a16="http://schemas.microsoft.com/office/drawing/2014/main" id="{8FDDBEF4-1329-49DF-B043-D51B34F5EE34}"/>
              </a:ext>
            </a:extLst>
          </p:cNvPr>
          <p:cNvSpPr>
            <a:spLocks noGrp="1"/>
          </p:cNvSpPr>
          <p:nvPr>
            <p:ph type="body" sz="quarter" idx="19"/>
          </p:nvPr>
        </p:nvSpPr>
        <p:spPr>
          <a:xfrm>
            <a:off x="951792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7" name="Picture Placeholder 36">
            <a:extLst>
              <a:ext uri="{FF2B5EF4-FFF2-40B4-BE49-F238E27FC236}">
                <a16:creationId xmlns:a16="http://schemas.microsoft.com/office/drawing/2014/main" id="{FBDB3FD3-4F52-4E28-B639-5F73070E47D9}"/>
              </a:ext>
            </a:extLst>
          </p:cNvPr>
          <p:cNvSpPr>
            <a:spLocks noGrp="1"/>
          </p:cNvSpPr>
          <p:nvPr>
            <p:ph type="pic" sz="quarter" idx="20"/>
          </p:nvPr>
        </p:nvSpPr>
        <p:spPr>
          <a:xfrm>
            <a:off x="878337"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Tree>
    <p:extLst>
      <p:ext uri="{BB962C8B-B14F-4D97-AF65-F5344CB8AC3E}">
        <p14:creationId xmlns:p14="http://schemas.microsoft.com/office/powerpoint/2010/main" val="179588483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1_Custom Layout">
    <p:bg>
      <p:bgPr>
        <a:solidFill>
          <a:schemeClr val="tx1"/>
        </a:solidFill>
        <a:effectLst/>
      </p:bgPr>
    </p:bg>
    <p:spTree>
      <p:nvGrpSpPr>
        <p:cNvPr id="1" name=""/>
        <p:cNvGrpSpPr/>
        <p:nvPr/>
      </p:nvGrpSpPr>
      <p:grpSpPr>
        <a:xfrm>
          <a:off x="0" y="0"/>
          <a:ext cx="0" cy="0"/>
          <a:chOff x="0" y="0"/>
          <a:chExt cx="0" cy="0"/>
        </a:xfrm>
      </p:grpSpPr>
      <p:sp>
        <p:nvSpPr>
          <p:cNvPr id="22" name="Picture Placeholder 21">
            <a:extLst>
              <a:ext uri="{FF2B5EF4-FFF2-40B4-BE49-F238E27FC236}">
                <a16:creationId xmlns:a16="http://schemas.microsoft.com/office/drawing/2014/main" id="{DFA57703-9E4A-48E0-A123-3A5EDC76475C}"/>
              </a:ext>
            </a:extLst>
          </p:cNvPr>
          <p:cNvSpPr>
            <a:spLocks noGrp="1"/>
          </p:cNvSpPr>
          <p:nvPr>
            <p:ph type="pic" sz="quarter" idx="10"/>
          </p:nvPr>
        </p:nvSpPr>
        <p:spPr>
          <a:xfrm>
            <a:off x="0" y="0"/>
            <a:ext cx="12192000" cy="6858000"/>
          </a:xfrm>
          <a:prstGeom prst="rect">
            <a:avLst/>
          </a:prstGeom>
        </p:spPr>
        <p:txBody>
          <a:bodyPr/>
          <a:lstStyle/>
          <a:p>
            <a:r>
              <a:rPr lang="en-US"/>
              <a:t>Click icon to add picture</a:t>
            </a:r>
            <a:endParaRPr lang="en-US" dirty="0"/>
          </a:p>
        </p:txBody>
      </p:sp>
      <p:sp>
        <p:nvSpPr>
          <p:cNvPr id="2" name="Rectangle 1" descr="Tall office building looking up">
            <a:extLst>
              <a:ext uri="{FF2B5EF4-FFF2-40B4-BE49-F238E27FC236}">
                <a16:creationId xmlns:a16="http://schemas.microsoft.com/office/drawing/2014/main" id="{AF7FA146-2A75-4EA7-A9AD-EBCE6F17FB42}"/>
              </a:ext>
            </a:extLst>
          </p:cNvPr>
          <p:cNvSpPr/>
          <p:nvPr userDrawn="1"/>
        </p:nvSpPr>
        <p:spPr>
          <a:xfrm>
            <a:off x="3718560" y="1181123"/>
            <a:ext cx="4754880" cy="4495754"/>
          </a:xfrm>
          <a:prstGeom prst="rect">
            <a:avLst/>
          </a:prstGeom>
          <a:solidFill>
            <a:schemeClr val="accent5">
              <a:alpha val="40000"/>
            </a:schemeClr>
          </a:solidFill>
          <a:ln w="603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Text Placeholder 23">
            <a:extLst>
              <a:ext uri="{FF2B5EF4-FFF2-40B4-BE49-F238E27FC236}">
                <a16:creationId xmlns:a16="http://schemas.microsoft.com/office/drawing/2014/main" id="{340C15AA-E296-48AE-857F-0589EEA69DC6}"/>
              </a:ext>
            </a:extLst>
          </p:cNvPr>
          <p:cNvSpPr>
            <a:spLocks noGrp="1"/>
          </p:cNvSpPr>
          <p:nvPr>
            <p:ph type="body" sz="quarter" idx="11" hasCustomPrompt="1"/>
          </p:nvPr>
        </p:nvSpPr>
        <p:spPr>
          <a:xfrm>
            <a:off x="4149139" y="4859469"/>
            <a:ext cx="3924934" cy="490538"/>
          </a:xfrm>
          <a:prstGeom prst="rect">
            <a:avLst/>
          </a:prstGeom>
        </p:spPr>
        <p:txBody>
          <a:bodyPr/>
          <a:lstStyle>
            <a:lvl1pPr algn="r">
              <a:buNone/>
              <a:defRPr lang="en-US" sz="2400" b="1" kern="1200" dirty="0" smtClean="0">
                <a:solidFill>
                  <a:schemeClr val="accent4"/>
                </a:solidFill>
                <a:latin typeface="Calibri" panose="020F0502020204030204" pitchFamily="34" charset="0"/>
                <a:ea typeface="+mn-ea"/>
                <a:cs typeface="Calibri" panose="020F0502020204030204" pitchFamily="34" charset="0"/>
              </a:defRPr>
            </a:lvl1pPr>
            <a:lvl2pPr>
              <a:buNone/>
              <a:defRPr/>
            </a:lvl2pPr>
          </a:lstStyle>
          <a:p>
            <a:pPr lvl="0"/>
            <a:r>
              <a:rPr lang="en-US" dirty="0"/>
              <a:t>Click to edit text</a:t>
            </a:r>
          </a:p>
        </p:txBody>
      </p:sp>
      <p:sp>
        <p:nvSpPr>
          <p:cNvPr id="6" name="Title 1">
            <a:extLst>
              <a:ext uri="{FF2B5EF4-FFF2-40B4-BE49-F238E27FC236}">
                <a16:creationId xmlns:a16="http://schemas.microsoft.com/office/drawing/2014/main" id="{162BE5D7-9E35-49F8-A8E4-2093183A6404}"/>
              </a:ext>
            </a:extLst>
          </p:cNvPr>
          <p:cNvSpPr>
            <a:spLocks noGrp="1"/>
          </p:cNvSpPr>
          <p:nvPr>
            <p:ph type="title"/>
          </p:nvPr>
        </p:nvSpPr>
        <p:spPr>
          <a:xfrm>
            <a:off x="4149139" y="1529685"/>
            <a:ext cx="3924934" cy="1695637"/>
          </a:xfrm>
          <a:prstGeom prst="rect">
            <a:avLst/>
          </a:prstGeom>
        </p:spPr>
        <p:txBody>
          <a:bodyPr/>
          <a:lstStyle>
            <a:lvl1pPr>
              <a:spcBef>
                <a:spcPts val="1000"/>
              </a:spcBef>
              <a:defRPr sz="4800" b="1">
                <a:solidFill>
                  <a:schemeClr val="bg1"/>
                </a:solidFill>
              </a:defRPr>
            </a:lvl1pPr>
          </a:lstStyle>
          <a:p>
            <a:r>
              <a:rPr lang="en-US"/>
              <a:t>Click to edit Master title style</a:t>
            </a:r>
            <a:endParaRPr lang="en-US" dirty="0"/>
          </a:p>
        </p:txBody>
      </p:sp>
    </p:spTree>
    <p:extLst>
      <p:ext uri="{BB962C8B-B14F-4D97-AF65-F5344CB8AC3E}">
        <p14:creationId xmlns:p14="http://schemas.microsoft.com/office/powerpoint/2010/main" val="314399564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44" name="Group 43"/>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a:off x="0" y="4013200"/>
              <a:ext cx="448733" cy="2844800"/>
            </a:xfrm>
            <a:prstGeom prst="triangle">
              <a:avLst>
                <a:gd name="adj" fmla="val 0"/>
              </a:avLst>
            </a:pr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B61BEF0D-F0BB-DE4B-95CE-6DB70DBA9567}" type="datetimeFigureOut">
              <a:rPr lang="en-US" smtClean="0"/>
              <a:pPr/>
              <a:t>9/16/2026</a:t>
            </a:fld>
            <a:endParaRPr lang="en-US" dirty="0"/>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D57F1E4F-1CFF-5643-939E-217C01CDF565}" type="slidenum">
              <a:rPr lang="en-US" smtClean="0"/>
              <a:pPr/>
              <a:t>‹#›</a:t>
            </a:fld>
            <a:endParaRPr lang="en-US" dirty="0"/>
          </a:p>
        </p:txBody>
      </p:sp>
      <p:sp>
        <p:nvSpPr>
          <p:cNvPr id="18" name="Date Placeholder 3">
            <a:extLst>
              <a:ext uri="{FF2B5EF4-FFF2-40B4-BE49-F238E27FC236}">
                <a16:creationId xmlns:a16="http://schemas.microsoft.com/office/drawing/2014/main" id="{2CD6B789-4B66-4BD0-9623-80E9542A65FE}"/>
              </a:ext>
            </a:extLst>
          </p:cNvPr>
          <p:cNvSpPr txBox="1">
            <a:spLocks/>
          </p:cNvSpPr>
          <p:nvPr userDrawn="1"/>
        </p:nvSpPr>
        <p:spPr>
          <a:xfrm>
            <a:off x="660396"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7BD5F78-1C10-49D6-8616-C9F20406C112}" type="datetime1">
              <a:rPr lang="en-US" sz="1100" smtClean="0">
                <a:solidFill>
                  <a:schemeClr val="accent2"/>
                </a:solidFill>
              </a:rPr>
              <a:pPr/>
              <a:t>9/16/2026</a:t>
            </a:fld>
            <a:endParaRPr lang="en-US" sz="1100" dirty="0">
              <a:solidFill>
                <a:schemeClr val="accent2"/>
              </a:solidFill>
            </a:endParaRPr>
          </a:p>
        </p:txBody>
      </p:sp>
      <p:sp>
        <p:nvSpPr>
          <p:cNvPr id="29" name="Footer Placeholder 4">
            <a:extLst>
              <a:ext uri="{FF2B5EF4-FFF2-40B4-BE49-F238E27FC236}">
                <a16:creationId xmlns:a16="http://schemas.microsoft.com/office/drawing/2014/main" id="{A3BB5234-44A4-4506-BD19-5808475EBB7F}"/>
              </a:ext>
            </a:extLst>
          </p:cNvPr>
          <p:cNvSpPr txBox="1">
            <a:spLocks/>
          </p:cNvSpPr>
          <p:nvPr userDrawn="1"/>
        </p:nvSpPr>
        <p:spPr>
          <a:xfrm>
            <a:off x="1445526" y="6378906"/>
            <a:ext cx="41148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sz="1100" b="1" dirty="0">
                <a:solidFill>
                  <a:schemeClr val="accent2"/>
                </a:solidFill>
              </a:rPr>
              <a:t>Annual Review</a:t>
            </a:r>
          </a:p>
        </p:txBody>
      </p:sp>
      <p:sp>
        <p:nvSpPr>
          <p:cNvPr id="30" name="Slide Number Placeholder 5">
            <a:extLst>
              <a:ext uri="{FF2B5EF4-FFF2-40B4-BE49-F238E27FC236}">
                <a16:creationId xmlns:a16="http://schemas.microsoft.com/office/drawing/2014/main" id="{68D89618-7EE9-46BF-BEAC-45E6F98ACA1A}"/>
              </a:ext>
            </a:extLst>
          </p:cNvPr>
          <p:cNvSpPr txBox="1">
            <a:spLocks/>
          </p:cNvSpPr>
          <p:nvPr userDrawn="1"/>
        </p:nvSpPr>
        <p:spPr>
          <a:xfrm>
            <a:off x="8805338"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2C18C1E5-FB55-42F5-BD6D-9CC153FCDBE6}" type="slidenum">
              <a:rPr lang="en-US" sz="1100" smtClean="0">
                <a:solidFill>
                  <a:schemeClr val="accent4"/>
                </a:solidFill>
              </a:rPr>
              <a:pPr algn="r"/>
              <a:t>‹#›</a:t>
            </a:fld>
            <a:endParaRPr lang="en-US" sz="1100" dirty="0">
              <a:solidFill>
                <a:schemeClr val="accent4"/>
              </a:solidFill>
            </a:endParaRPr>
          </a:p>
        </p:txBody>
      </p:sp>
    </p:spTree>
    <p:extLst>
      <p:ext uri="{BB962C8B-B14F-4D97-AF65-F5344CB8AC3E}">
        <p14:creationId xmlns:p14="http://schemas.microsoft.com/office/powerpoint/2010/main" val="3064259027"/>
      </p:ext>
    </p:extLst>
  </p:cSld>
  <p:clrMap bg1="lt1" tx1="dk1" bg2="lt2" tx2="dk2" accent1="accent1" accent2="accent2" accent3="accent3" accent4="accent4" accent5="accent5" accent6="accent6" hlink="hlink" folHlink="folHlink"/>
  <p:sldLayoutIdLst>
    <p:sldLayoutId id="2147483748" r:id="rId1"/>
    <p:sldLayoutId id="2147483749" r:id="rId2"/>
    <p:sldLayoutId id="2147483750" r:id="rId3"/>
    <p:sldLayoutId id="2147483751" r:id="rId4"/>
    <p:sldLayoutId id="2147483752" r:id="rId5"/>
    <p:sldLayoutId id="2147483753" r:id="rId6"/>
    <p:sldLayoutId id="2147483754" r:id="rId7"/>
    <p:sldLayoutId id="2147483755" r:id="rId8"/>
    <p:sldLayoutId id="2147483756" r:id="rId9"/>
    <p:sldLayoutId id="2147483757" r:id="rId10"/>
    <p:sldLayoutId id="2147483758" r:id="rId11"/>
    <p:sldLayoutId id="2147483759" r:id="rId12"/>
    <p:sldLayoutId id="2147483760" r:id="rId13"/>
    <p:sldLayoutId id="2147483761" r:id="rId14"/>
    <p:sldLayoutId id="2147483762" r:id="rId15"/>
    <p:sldLayoutId id="2147483763" r:id="rId16"/>
    <p:sldLayoutId id="2147483764" r:id="rId17"/>
    <p:sldLayoutId id="2147483765" r:id="rId18"/>
    <p:sldLayoutId id="2147483766" r:id="rId19"/>
    <p:sldLayoutId id="2147483769" r:id="rId20"/>
    <p:sldLayoutId id="2147483690" r:id="rId21"/>
  </p:sldLayoutIdLst>
  <p:hf hdr="0" ftr="0" dt="0"/>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7.xml"/></Relationships>
</file>

<file path=ppt/slides/_rels/slide2.xml.rels><?xml version="1.0" encoding="UTF-8" standalone="yes"?>
<Relationships xmlns="http://schemas.openxmlformats.org/package/2006/relationships"><Relationship Id="rId3" Type="http://schemas.openxmlformats.org/officeDocument/2006/relationships/image" Target="../media/image1.jfif"/><Relationship Id="rId2" Type="http://schemas.openxmlformats.org/officeDocument/2006/relationships/image" Target="../media/image2.png"/><Relationship Id="rId1" Type="http://schemas.openxmlformats.org/officeDocument/2006/relationships/slideLayout" Target="../slideLayouts/slideLayout19.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9.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8.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0.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1.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3.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2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201737A-B873-4D1D-8A41-5ABF5184BC8F}"/>
              </a:ext>
            </a:extLst>
          </p:cNvPr>
          <p:cNvSpPr>
            <a:spLocks noGrp="1"/>
          </p:cNvSpPr>
          <p:nvPr>
            <p:ph type="body" sz="quarter" idx="11"/>
          </p:nvPr>
        </p:nvSpPr>
        <p:spPr>
          <a:xfrm>
            <a:off x="2898320" y="3429000"/>
            <a:ext cx="6814639" cy="1016411"/>
          </a:xfrm>
        </p:spPr>
        <p:txBody>
          <a:bodyPr vert="horz" lIns="91440" tIns="45720" rIns="91440" bIns="45720" rtlCol="0" anchor="t">
            <a:normAutofit fontScale="77500" lnSpcReduction="20000"/>
          </a:bodyPr>
          <a:lstStyle/>
          <a:p>
            <a:pPr algn="r"/>
            <a:r>
              <a:rPr lang="en-US" b="0" dirty="0">
                <a:solidFill>
                  <a:schemeClr val="tx1"/>
                </a:solidFill>
              </a:rPr>
              <a:t>Student Name –</a:t>
            </a:r>
            <a:r>
              <a:rPr lang="en-US" sz="2800" b="0" i="1" u="sng" dirty="0">
                <a:solidFill>
                  <a:schemeClr val="tx1"/>
                </a:solidFill>
              </a:rPr>
              <a:t>Pawan Tiwari</a:t>
            </a:r>
            <a:endParaRPr lang="en-IN" sz="2800" b="0" i="1" u="sng" dirty="0">
              <a:solidFill>
                <a:schemeClr val="tx1"/>
              </a:solidFill>
            </a:endParaRPr>
          </a:p>
          <a:p>
            <a:pPr algn="r"/>
            <a:r>
              <a:rPr lang="en-US" b="0" dirty="0">
                <a:solidFill>
                  <a:schemeClr val="tx1"/>
                </a:solidFill>
              </a:rPr>
              <a:t>College Name- </a:t>
            </a:r>
            <a:r>
              <a:rPr lang="en-US" sz="2600" b="0" i="1" u="sng" dirty="0" err="1">
                <a:solidFill>
                  <a:schemeClr val="tx1"/>
                </a:solidFill>
              </a:rPr>
              <a:t>Ambalika</a:t>
            </a:r>
            <a:r>
              <a:rPr lang="en-US" sz="2600" b="0" i="1" u="sng" dirty="0">
                <a:solidFill>
                  <a:schemeClr val="tx1"/>
                </a:solidFill>
              </a:rPr>
              <a:t> Institute Of Management &amp;Technology </a:t>
            </a:r>
            <a:endParaRPr lang="en-IN" sz="2600" b="0" i="1" u="sng" dirty="0">
              <a:solidFill>
                <a:schemeClr val="tx1"/>
              </a:solidFill>
            </a:endParaRPr>
          </a:p>
        </p:txBody>
      </p:sp>
      <p:sp>
        <p:nvSpPr>
          <p:cNvPr id="4" name="Title 3">
            <a:extLst>
              <a:ext uri="{FF2B5EF4-FFF2-40B4-BE49-F238E27FC236}">
                <a16:creationId xmlns:a16="http://schemas.microsoft.com/office/drawing/2014/main" id="{92056599-CDAA-4367-BEF8-31D6E32518C8}"/>
              </a:ext>
            </a:extLst>
          </p:cNvPr>
          <p:cNvSpPr>
            <a:spLocks noGrp="1"/>
          </p:cNvSpPr>
          <p:nvPr>
            <p:ph type="title"/>
          </p:nvPr>
        </p:nvSpPr>
        <p:spPr>
          <a:xfrm>
            <a:off x="678364" y="2844750"/>
            <a:ext cx="10408736" cy="743448"/>
          </a:xfrm>
        </p:spPr>
        <p:txBody>
          <a:bodyPr>
            <a:normAutofit fontScale="90000"/>
          </a:bodyPr>
          <a:lstStyle/>
          <a:p>
            <a:r>
              <a:rPr lang="en-GB" sz="3200" dirty="0"/>
              <a:t>Project Title -Seasonal Agriculture Performance Analysis</a:t>
            </a:r>
            <a:endParaRPr lang="en-IN" sz="3200" dirty="0"/>
          </a:p>
        </p:txBody>
      </p:sp>
      <p:sp>
        <p:nvSpPr>
          <p:cNvPr id="15" name="Text Placeholder 1">
            <a:extLst>
              <a:ext uri="{FF2B5EF4-FFF2-40B4-BE49-F238E27FC236}">
                <a16:creationId xmlns:a16="http://schemas.microsoft.com/office/drawing/2014/main" id="{824B8A32-9AB3-457E-82E1-C85D3203CE35}"/>
              </a:ext>
            </a:extLst>
          </p:cNvPr>
          <p:cNvSpPr txBox="1">
            <a:spLocks/>
          </p:cNvSpPr>
          <p:nvPr/>
        </p:nvSpPr>
        <p:spPr>
          <a:xfrm>
            <a:off x="6400800" y="2794001"/>
            <a:ext cx="3312160" cy="861497"/>
          </a:xfrm>
          <a:prstGeom prst="rect">
            <a:avLst/>
          </a:prstGeom>
        </p:spPr>
        <p:txBody>
          <a:bodyPr vert="horz" lIns="91440" tIns="45720" rIns="91440" bIns="45720" rtlCol="0">
            <a:normAutofit/>
          </a:bodyPr>
          <a:lstStyle>
            <a:lvl1pPr marL="0" indent="0" algn="l" defTabSz="457200" rtl="0" eaLnBrk="1" latinLnBrk="0" hangingPunct="1">
              <a:spcBef>
                <a:spcPts val="1000"/>
              </a:spcBef>
              <a:spcAft>
                <a:spcPts val="0"/>
              </a:spcAft>
              <a:buClr>
                <a:schemeClr val="accent1"/>
              </a:buClr>
              <a:buSzPct val="80000"/>
              <a:buFont typeface="Wingdings 3" charset="2"/>
              <a:buNone/>
              <a:defRPr sz="2000" b="1" kern="120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None/>
              <a:defRPr sz="20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400" dirty="0"/>
          </a:p>
        </p:txBody>
      </p:sp>
      <p:pic>
        <p:nvPicPr>
          <p:cNvPr id="6" name="Picture 5">
            <a:extLst>
              <a:ext uri="{FF2B5EF4-FFF2-40B4-BE49-F238E27FC236}">
                <a16:creationId xmlns:a16="http://schemas.microsoft.com/office/drawing/2014/main" id="{E30DEFF0-8DEE-4B0B-9B30-675FE9E288A2}"/>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3" name="TextBox 2">
            <a:extLst>
              <a:ext uri="{FF2B5EF4-FFF2-40B4-BE49-F238E27FC236}">
                <a16:creationId xmlns:a16="http://schemas.microsoft.com/office/drawing/2014/main" id="{17F04107-8754-E47D-3375-529E689711FA}"/>
              </a:ext>
            </a:extLst>
          </p:cNvPr>
          <p:cNvSpPr txBox="1"/>
          <p:nvPr/>
        </p:nvSpPr>
        <p:spPr>
          <a:xfrm>
            <a:off x="957406" y="4576469"/>
            <a:ext cx="5892430" cy="738664"/>
          </a:xfrm>
          <a:prstGeom prst="rect">
            <a:avLst/>
          </a:prstGeom>
          <a:noFill/>
        </p:spPr>
        <p:txBody>
          <a:bodyPr wrap="square" rtlCol="0">
            <a:spAutoFit/>
          </a:bodyPr>
          <a:lstStyle/>
          <a:p>
            <a:r>
              <a:rPr lang="en-US" b="1" dirty="0"/>
              <a:t>AICTE STU ID : (its available in your offer letter)- </a:t>
            </a:r>
            <a:r>
              <a:rPr lang="en-US" sz="2400" b="1" i="1" u="sng" strike="noStrike" baseline="0" dirty="0">
                <a:latin typeface="CIDFont+F3"/>
              </a:rPr>
              <a:t>STU6a4f981e559f11783601182</a:t>
            </a:r>
            <a:endParaRPr lang="en-US" sz="2400" b="1" i="1" u="sng" dirty="0"/>
          </a:p>
        </p:txBody>
      </p:sp>
    </p:spTree>
    <p:extLst>
      <p:ext uri="{BB962C8B-B14F-4D97-AF65-F5344CB8AC3E}">
        <p14:creationId xmlns:p14="http://schemas.microsoft.com/office/powerpoint/2010/main" val="16040134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down)">
                                      <p:cBhvr>
                                        <p:cTn id="7" dur="580">
                                          <p:stCondLst>
                                            <p:cond delay="0"/>
                                          </p:stCondLst>
                                        </p:cTn>
                                        <p:tgtEl>
                                          <p:spTgt spid="4"/>
                                        </p:tgtEl>
                                      </p:cBhvr>
                                    </p:animEffect>
                                    <p:anim calcmode="lin" valueType="num">
                                      <p:cBhvr>
                                        <p:cTn id="8" dur="1822" tmFilter="0,0; 0.14,0.36; 0.43,0.73; 0.71,0.91; 1.0,1.0">
                                          <p:stCondLst>
                                            <p:cond delay="0"/>
                                          </p:stCondLst>
                                        </p:cTn>
                                        <p:tgtEl>
                                          <p:spTgt spid="4"/>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4"/>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4"/>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4"/>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4"/>
                                        </p:tgtEl>
                                        <p:attrNameLst>
                                          <p:attrName>ppt_y</p:attrName>
                                        </p:attrNameLst>
                                      </p:cBhvr>
                                      <p:tavLst>
                                        <p:tav tm="0" fmla="#ppt_y-sin(pi*$)/81">
                                          <p:val>
                                            <p:fltVal val="0"/>
                                          </p:val>
                                        </p:tav>
                                        <p:tav tm="100000">
                                          <p:val>
                                            <p:fltVal val="1"/>
                                          </p:val>
                                        </p:tav>
                                      </p:tavLst>
                                    </p:anim>
                                    <p:animScale>
                                      <p:cBhvr>
                                        <p:cTn id="13" dur="26">
                                          <p:stCondLst>
                                            <p:cond delay="650"/>
                                          </p:stCondLst>
                                        </p:cTn>
                                        <p:tgtEl>
                                          <p:spTgt spid="4"/>
                                        </p:tgtEl>
                                      </p:cBhvr>
                                      <p:to x="100000" y="60000"/>
                                    </p:animScale>
                                    <p:animScale>
                                      <p:cBhvr>
                                        <p:cTn id="14" dur="166" decel="50000">
                                          <p:stCondLst>
                                            <p:cond delay="676"/>
                                          </p:stCondLst>
                                        </p:cTn>
                                        <p:tgtEl>
                                          <p:spTgt spid="4"/>
                                        </p:tgtEl>
                                      </p:cBhvr>
                                      <p:to x="100000" y="100000"/>
                                    </p:animScale>
                                    <p:animScale>
                                      <p:cBhvr>
                                        <p:cTn id="15" dur="26">
                                          <p:stCondLst>
                                            <p:cond delay="1312"/>
                                          </p:stCondLst>
                                        </p:cTn>
                                        <p:tgtEl>
                                          <p:spTgt spid="4"/>
                                        </p:tgtEl>
                                      </p:cBhvr>
                                      <p:to x="100000" y="80000"/>
                                    </p:animScale>
                                    <p:animScale>
                                      <p:cBhvr>
                                        <p:cTn id="16" dur="166" decel="50000">
                                          <p:stCondLst>
                                            <p:cond delay="1338"/>
                                          </p:stCondLst>
                                        </p:cTn>
                                        <p:tgtEl>
                                          <p:spTgt spid="4"/>
                                        </p:tgtEl>
                                      </p:cBhvr>
                                      <p:to x="100000" y="100000"/>
                                    </p:animScale>
                                    <p:animScale>
                                      <p:cBhvr>
                                        <p:cTn id="17" dur="26">
                                          <p:stCondLst>
                                            <p:cond delay="1642"/>
                                          </p:stCondLst>
                                        </p:cTn>
                                        <p:tgtEl>
                                          <p:spTgt spid="4"/>
                                        </p:tgtEl>
                                      </p:cBhvr>
                                      <p:to x="100000" y="90000"/>
                                    </p:animScale>
                                    <p:animScale>
                                      <p:cBhvr>
                                        <p:cTn id="18" dur="166" decel="50000">
                                          <p:stCondLst>
                                            <p:cond delay="1668"/>
                                          </p:stCondLst>
                                        </p:cTn>
                                        <p:tgtEl>
                                          <p:spTgt spid="4"/>
                                        </p:tgtEl>
                                      </p:cBhvr>
                                      <p:to x="100000" y="100000"/>
                                    </p:animScale>
                                    <p:animScale>
                                      <p:cBhvr>
                                        <p:cTn id="19" dur="26">
                                          <p:stCondLst>
                                            <p:cond delay="1808"/>
                                          </p:stCondLst>
                                        </p:cTn>
                                        <p:tgtEl>
                                          <p:spTgt spid="4"/>
                                        </p:tgtEl>
                                      </p:cBhvr>
                                      <p:to x="100000" y="95000"/>
                                    </p:animScale>
                                    <p:animScale>
                                      <p:cBhvr>
                                        <p:cTn id="20" dur="166" decel="50000">
                                          <p:stCondLst>
                                            <p:cond delay="1834"/>
                                          </p:stCondLst>
                                        </p:cTn>
                                        <p:tgtEl>
                                          <p:spTgt spid="4"/>
                                        </p:tgtEl>
                                      </p:cBhvr>
                                      <p:to x="100000" y="100000"/>
                                    </p:animScale>
                                  </p:childTnLst>
                                </p:cTn>
                              </p:par>
                            </p:childTnLst>
                          </p:cTn>
                        </p:par>
                      </p:childTnLst>
                    </p:cTn>
                  </p:par>
                  <p:par>
                    <p:cTn id="21" fill="hold">
                      <p:stCondLst>
                        <p:cond delay="indefinite"/>
                      </p:stCondLst>
                      <p:childTnLst>
                        <p:par>
                          <p:cTn id="22" fill="hold">
                            <p:stCondLst>
                              <p:cond delay="0"/>
                            </p:stCondLst>
                            <p:childTnLst>
                              <p:par>
                                <p:cTn id="23" presetID="53" presetClass="entr" presetSubtype="16" fill="hold" grpId="0" nodeType="clickEffect" nodePh="1">
                                  <p:stCondLst>
                                    <p:cond delay="0"/>
                                  </p:stCondLst>
                                  <p:endCondLst>
                                    <p:cond evt="begin" delay="0">
                                      <p:tn val="23"/>
                                    </p:cond>
                                  </p:endCondLst>
                                  <p:childTnLst>
                                    <p:set>
                                      <p:cBhvr>
                                        <p:cTn id="24" dur="1" fill="hold">
                                          <p:stCondLst>
                                            <p:cond delay="0"/>
                                          </p:stCondLst>
                                        </p:cTn>
                                        <p:tgtEl>
                                          <p:spTgt spid="15"/>
                                        </p:tgtEl>
                                        <p:attrNameLst>
                                          <p:attrName>style.visibility</p:attrName>
                                        </p:attrNameLst>
                                      </p:cBhvr>
                                      <p:to>
                                        <p:strVal val="visible"/>
                                      </p:to>
                                    </p:set>
                                    <p:anim calcmode="lin" valueType="num">
                                      <p:cBhvr>
                                        <p:cTn id="25" dur="500" fill="hold"/>
                                        <p:tgtEl>
                                          <p:spTgt spid="15"/>
                                        </p:tgtEl>
                                        <p:attrNameLst>
                                          <p:attrName>ppt_w</p:attrName>
                                        </p:attrNameLst>
                                      </p:cBhvr>
                                      <p:tavLst>
                                        <p:tav tm="0">
                                          <p:val>
                                            <p:fltVal val="0"/>
                                          </p:val>
                                        </p:tav>
                                        <p:tav tm="100000">
                                          <p:val>
                                            <p:strVal val="#ppt_w"/>
                                          </p:val>
                                        </p:tav>
                                      </p:tavLst>
                                    </p:anim>
                                    <p:anim calcmode="lin" valueType="num">
                                      <p:cBhvr>
                                        <p:cTn id="26" dur="500" fill="hold"/>
                                        <p:tgtEl>
                                          <p:spTgt spid="15"/>
                                        </p:tgtEl>
                                        <p:attrNameLst>
                                          <p:attrName>ppt_h</p:attrName>
                                        </p:attrNameLst>
                                      </p:cBhvr>
                                      <p:tavLst>
                                        <p:tav tm="0">
                                          <p:val>
                                            <p:fltVal val="0"/>
                                          </p:val>
                                        </p:tav>
                                        <p:tav tm="100000">
                                          <p:val>
                                            <p:strVal val="#ppt_h"/>
                                          </p:val>
                                        </p:tav>
                                      </p:tavLst>
                                    </p:anim>
                                    <p:animEffect transition="in" filter="fade">
                                      <p:cBhvr>
                                        <p:cTn id="27" dur="500"/>
                                        <p:tgtEl>
                                          <p:spTgt spid="15"/>
                                        </p:tgtEl>
                                      </p:cBhvr>
                                    </p:animEffect>
                                  </p:childTnLst>
                                </p:cTn>
                              </p:par>
                            </p:childTnLst>
                          </p:cTn>
                        </p:par>
                      </p:childTnLst>
                    </p:cTn>
                  </p:par>
                  <p:par>
                    <p:cTn id="28" fill="hold">
                      <p:stCondLst>
                        <p:cond delay="indefinite"/>
                      </p:stCondLst>
                      <p:childTnLst>
                        <p:par>
                          <p:cTn id="29" fill="hold">
                            <p:stCondLst>
                              <p:cond delay="0"/>
                            </p:stCondLst>
                            <p:childTnLst>
                              <p:par>
                                <p:cTn id="30" presetID="14" presetClass="entr" presetSubtype="10" fill="hold" grpId="0" nodeType="clickEffect">
                                  <p:stCondLst>
                                    <p:cond delay="0"/>
                                  </p:stCondLst>
                                  <p:childTnLst>
                                    <p:set>
                                      <p:cBhvr>
                                        <p:cTn id="31" dur="1" fill="hold">
                                          <p:stCondLst>
                                            <p:cond delay="0"/>
                                          </p:stCondLst>
                                        </p:cTn>
                                        <p:tgtEl>
                                          <p:spTgt spid="2">
                                            <p:txEl>
                                              <p:pRg st="0" end="0"/>
                                            </p:txEl>
                                          </p:spTgt>
                                        </p:tgtEl>
                                        <p:attrNameLst>
                                          <p:attrName>style.visibility</p:attrName>
                                        </p:attrNameLst>
                                      </p:cBhvr>
                                      <p:to>
                                        <p:strVal val="visible"/>
                                      </p:to>
                                    </p:set>
                                    <p:animEffect transition="in" filter="randombar(horizontal)">
                                      <p:cBhvr>
                                        <p:cTn id="32" dur="500"/>
                                        <p:tgtEl>
                                          <p:spTgt spid="2">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4" presetClass="entr" presetSubtype="10" fill="hold" grpId="0" nodeType="clickEffect">
                                  <p:stCondLst>
                                    <p:cond delay="0"/>
                                  </p:stCondLst>
                                  <p:childTnLst>
                                    <p:set>
                                      <p:cBhvr>
                                        <p:cTn id="36" dur="1" fill="hold">
                                          <p:stCondLst>
                                            <p:cond delay="0"/>
                                          </p:stCondLst>
                                        </p:cTn>
                                        <p:tgtEl>
                                          <p:spTgt spid="2">
                                            <p:txEl>
                                              <p:pRg st="1" end="1"/>
                                            </p:txEl>
                                          </p:spTgt>
                                        </p:tgtEl>
                                        <p:attrNameLst>
                                          <p:attrName>style.visibility</p:attrName>
                                        </p:attrNameLst>
                                      </p:cBhvr>
                                      <p:to>
                                        <p:strVal val="visible"/>
                                      </p:to>
                                    </p:set>
                                    <p:animEffect transition="in" filter="randombar(horizontal)">
                                      <p:cBhvr>
                                        <p:cTn id="37" dur="500"/>
                                        <p:tgtEl>
                                          <p:spTgt spid="2">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P spid="15"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E46E4DD1-270B-4C80-AFF0-EB26F132AF36}"/>
              </a:ext>
            </a:extLst>
          </p:cNvPr>
          <p:cNvSpPr>
            <a:spLocks noGrp="1"/>
          </p:cNvSpPr>
          <p:nvPr>
            <p:ph type="body" sz="quarter" idx="12"/>
          </p:nvPr>
        </p:nvSpPr>
        <p:spPr>
          <a:xfrm>
            <a:off x="1046480" y="1875556"/>
            <a:ext cx="6431280" cy="3607987"/>
          </a:xfrm>
        </p:spPr>
        <p:txBody>
          <a:bodyPr vert="horz" lIns="91440" tIns="45720" rIns="91440" bIns="45720" rtlCol="0" anchor="t">
            <a:normAutofit fontScale="70000" lnSpcReduction="20000"/>
          </a:bodyPr>
          <a:lstStyle/>
          <a:p>
            <a:pPr>
              <a:lnSpc>
                <a:spcPct val="100000"/>
              </a:lnSpc>
            </a:pPr>
            <a:r>
              <a:rPr lang="en-IN" sz="2800" dirty="0"/>
              <a:t>(</a:t>
            </a:r>
            <a:r>
              <a:rPr lang="en-US" sz="2800" dirty="0"/>
              <a:t>Agricultural activities are influenced by seasonal variations in environmental conditions, farming practices, resource availability and market conditions. As a result, agricultural performance may differ from one season to another. However, raw agricultural data does not clearly explain how agricultural performance changes across seasons or what patterns can be observed in different seasonal conditions. The problem is to analyze the given agricultural dataset and investigate seasonal differences in agricultural performance by identifying meaningful patterns, trends, relationships and variations within the available data.</a:t>
            </a:r>
            <a:endParaRPr lang="en-IN" sz="2800" dirty="0"/>
          </a:p>
        </p:txBody>
      </p:sp>
      <p:sp>
        <p:nvSpPr>
          <p:cNvPr id="4" name="Title 3">
            <a:extLst>
              <a:ext uri="{FF2B5EF4-FFF2-40B4-BE49-F238E27FC236}">
                <a16:creationId xmlns:a16="http://schemas.microsoft.com/office/drawing/2014/main" id="{777CC02B-F7C6-47A8-8C3E-C57C417D9EA3}"/>
              </a:ext>
            </a:extLst>
          </p:cNvPr>
          <p:cNvSpPr>
            <a:spLocks noGrp="1"/>
          </p:cNvSpPr>
          <p:nvPr>
            <p:ph type="title"/>
          </p:nvPr>
        </p:nvSpPr>
        <p:spPr>
          <a:xfrm>
            <a:off x="754602" y="550417"/>
            <a:ext cx="6995604" cy="790111"/>
          </a:xfrm>
        </p:spPr>
        <p:txBody>
          <a:bodyPr>
            <a:normAutofit fontScale="90000"/>
          </a:bodyPr>
          <a:lstStyle/>
          <a:p>
            <a:r>
              <a:rPr lang="en-US" dirty="0"/>
              <a:t>PROBLEM  STATEMENT</a:t>
            </a:r>
            <a:endParaRPr lang="en-IN" dirty="0"/>
          </a:p>
        </p:txBody>
      </p:sp>
      <p:pic>
        <p:nvPicPr>
          <p:cNvPr id="5" name="Picture 4">
            <a:extLst>
              <a:ext uri="{FF2B5EF4-FFF2-40B4-BE49-F238E27FC236}">
                <a16:creationId xmlns:a16="http://schemas.microsoft.com/office/drawing/2014/main" id="{C8FE02DE-D7B2-433D-BFE4-2F564022AD89}"/>
              </a:ext>
            </a:extLst>
          </p:cNvPr>
          <p:cNvPicPr>
            <a:picLocks noChangeAspect="1"/>
          </p:cNvPicPr>
          <p:nvPr/>
        </p:nvPicPr>
        <p:blipFill>
          <a:blip r:embed="rId2"/>
          <a:stretch>
            <a:fillRect/>
          </a:stretch>
        </p:blipFill>
        <p:spPr>
          <a:xfrm>
            <a:off x="7995684" y="2930834"/>
            <a:ext cx="2760758" cy="3264409"/>
          </a:xfrm>
          <a:prstGeom prst="rect">
            <a:avLst/>
          </a:prstGeom>
        </p:spPr>
      </p:pic>
      <p:pic>
        <p:nvPicPr>
          <p:cNvPr id="6" name="Picture 5">
            <a:extLst>
              <a:ext uri="{FF2B5EF4-FFF2-40B4-BE49-F238E27FC236}">
                <a16:creationId xmlns:a16="http://schemas.microsoft.com/office/drawing/2014/main" id="{736DEFE3-051A-494A-949C-BB2FF86F9ED7}"/>
              </a:ext>
            </a:extLst>
          </p:cNvPr>
          <p:cNvPicPr>
            <a:picLocks noChangeAspect="1"/>
          </p:cNvPicPr>
          <p:nvPr/>
        </p:nvPicPr>
        <p:blipFill rotWithShape="1">
          <a:blip r:embed="rId3"/>
          <a:srcRect t="96181"/>
          <a:stretch/>
        </p:blipFill>
        <p:spPr>
          <a:xfrm>
            <a:off x="675957" y="6471920"/>
            <a:ext cx="2143125" cy="193040"/>
          </a:xfrm>
          <a:prstGeom prst="rect">
            <a:avLst/>
          </a:prstGeom>
        </p:spPr>
      </p:pic>
    </p:spTree>
    <p:extLst>
      <p:ext uri="{BB962C8B-B14F-4D97-AF65-F5344CB8AC3E}">
        <p14:creationId xmlns:p14="http://schemas.microsoft.com/office/powerpoint/2010/main" val="30985484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BF2FBC7-3552-4F01-BB27-8BEEE74F7277}"/>
              </a:ext>
            </a:extLst>
          </p:cNvPr>
          <p:cNvSpPr>
            <a:spLocks noGrp="1"/>
          </p:cNvSpPr>
          <p:nvPr>
            <p:ph type="title"/>
          </p:nvPr>
        </p:nvSpPr>
        <p:spPr>
          <a:xfrm>
            <a:off x="691377" y="253094"/>
            <a:ext cx="6276109" cy="1085850"/>
          </a:xfrm>
        </p:spPr>
        <p:txBody>
          <a:bodyPr>
            <a:noAutofit/>
          </a:bodyPr>
          <a:lstStyle/>
          <a:p>
            <a:pPr algn="l">
              <a:defRPr sz="1500" b="0">
                <a:solidFill>
                  <a:srgbClr val="373D44"/>
                </a:solidFill>
              </a:defRPr>
            </a:pPr>
            <a:r>
              <a:rPr sz="5000" dirty="0"/>
              <a:t>Project Description</a:t>
            </a:r>
            <a:br>
              <a:rPr sz="2000" dirty="0"/>
            </a:br>
            <a:br>
              <a:rPr lang="en-US" sz="2000" dirty="0"/>
            </a:br>
            <a:r>
              <a:rPr sz="2400" dirty="0"/>
              <a:t>Seasonal Agriculture Performance Analysis uses a 4,000-row, 28-column agricultural dataset to study how farm performance changes across Kharif, Rabi and Zaid seasons. The project combines yield, production, revenue, cost, profit, environmental conditions, crop patterns and resource usage. Exploratory analysis, grouped comparisons, correlations, outlier analysis and statistical tests are used to identify meaningful patterns and support data-driven agricultural planning.</a:t>
            </a:r>
            <a:endParaRPr lang="en-IN" sz="2400" dirty="0"/>
          </a:p>
        </p:txBody>
      </p:sp>
      <p:pic>
        <p:nvPicPr>
          <p:cNvPr id="5" name="Picture 4">
            <a:extLst>
              <a:ext uri="{FF2B5EF4-FFF2-40B4-BE49-F238E27FC236}">
                <a16:creationId xmlns:a16="http://schemas.microsoft.com/office/drawing/2014/main" id="{09D8A2BA-6C1D-4A33-85F2-E44A4FF54A1C}"/>
              </a:ext>
            </a:extLst>
          </p:cNvPr>
          <p:cNvPicPr>
            <a:picLocks noChangeAspect="1"/>
          </p:cNvPicPr>
          <p:nvPr/>
        </p:nvPicPr>
        <p:blipFill rotWithShape="1">
          <a:blip r:embed="rId2"/>
          <a:srcRect t="96181"/>
          <a:stretch/>
        </p:blipFill>
        <p:spPr>
          <a:xfrm>
            <a:off x="675957" y="6471920"/>
            <a:ext cx="2143125" cy="193040"/>
          </a:xfrm>
          <a:prstGeom prst="rect">
            <a:avLst/>
          </a:prstGeom>
        </p:spPr>
      </p:pic>
      <p:pic>
        <p:nvPicPr>
          <p:cNvPr id="6" name="Picture 5">
            <a:extLst>
              <a:ext uri="{FF2B5EF4-FFF2-40B4-BE49-F238E27FC236}">
                <a16:creationId xmlns:a16="http://schemas.microsoft.com/office/drawing/2014/main" id="{6BED3D6A-DC10-4985-B01B-735F2CBA6E47}"/>
              </a:ext>
            </a:extLst>
          </p:cNvPr>
          <p:cNvPicPr>
            <a:picLocks noChangeAspect="1"/>
          </p:cNvPicPr>
          <p:nvPr/>
        </p:nvPicPr>
        <p:blipFill>
          <a:blip r:embed="rId3"/>
          <a:stretch>
            <a:fillRect/>
          </a:stretch>
        </p:blipFill>
        <p:spPr>
          <a:xfrm>
            <a:off x="467359" y="6410461"/>
            <a:ext cx="3706253" cy="296092"/>
          </a:xfrm>
          <a:prstGeom prst="rect">
            <a:avLst/>
          </a:prstGeom>
        </p:spPr>
      </p:pic>
    </p:spTree>
    <p:extLst>
      <p:ext uri="{BB962C8B-B14F-4D97-AF65-F5344CB8AC3E}">
        <p14:creationId xmlns:p14="http://schemas.microsoft.com/office/powerpoint/2010/main" val="36967703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A4A072B-83C6-4607-AE6A-5AD61CC72C44}"/>
              </a:ext>
            </a:extLst>
          </p:cNvPr>
          <p:cNvSpPr>
            <a:spLocks noGrp="1"/>
          </p:cNvSpPr>
          <p:nvPr>
            <p:ph type="title"/>
          </p:nvPr>
        </p:nvSpPr>
        <p:spPr>
          <a:xfrm>
            <a:off x="620008" y="876617"/>
            <a:ext cx="10046070" cy="802641"/>
          </a:xfrm>
        </p:spPr>
        <p:txBody>
          <a:bodyPr>
            <a:normAutofit/>
          </a:bodyPr>
          <a:lstStyle/>
          <a:p>
            <a:r>
              <a:rPr lang="en-US" sz="3200" dirty="0"/>
              <a:t>WHO ARE THE END USERS?</a:t>
            </a:r>
            <a:endParaRPr lang="en-IN" sz="2000" dirty="0"/>
          </a:p>
        </p:txBody>
      </p:sp>
      <p:pic>
        <p:nvPicPr>
          <p:cNvPr id="6" name="Picture 5">
            <a:extLst>
              <a:ext uri="{FF2B5EF4-FFF2-40B4-BE49-F238E27FC236}">
                <a16:creationId xmlns:a16="http://schemas.microsoft.com/office/drawing/2014/main" id="{E8B153BB-61B9-403F-8AE5-F75400450AC0}"/>
              </a:ext>
            </a:extLst>
          </p:cNvPr>
          <p:cNvPicPr>
            <a:picLocks noChangeAspect="1"/>
          </p:cNvPicPr>
          <p:nvPr/>
        </p:nvPicPr>
        <p:blipFill>
          <a:blip r:embed="rId2"/>
          <a:stretch>
            <a:fillRect/>
          </a:stretch>
        </p:blipFill>
        <p:spPr>
          <a:xfrm>
            <a:off x="721359" y="6176804"/>
            <a:ext cx="2181225" cy="485775"/>
          </a:xfrm>
          <a:prstGeom prst="rect">
            <a:avLst/>
          </a:prstGeom>
        </p:spPr>
      </p:pic>
      <p:sp>
        <p:nvSpPr>
          <p:cNvPr id="17" name="TextBox 16"/>
          <p:cNvSpPr txBox="1"/>
          <p:nvPr/>
        </p:nvSpPr>
        <p:spPr>
          <a:xfrm>
            <a:off x="914400" y="2057400"/>
            <a:ext cx="2926080" cy="365760"/>
          </a:xfrm>
          <a:prstGeom prst="rect">
            <a:avLst/>
          </a:prstGeom>
          <a:noFill/>
        </p:spPr>
        <p:txBody>
          <a:bodyPr wrap="none">
            <a:spAutoFit/>
          </a:bodyPr>
          <a:lstStyle/>
          <a:p>
            <a:pPr algn="l">
              <a:defRPr sz="1700" b="1">
                <a:solidFill>
                  <a:srgbClr val="193153"/>
                </a:solidFill>
              </a:defRPr>
            </a:pPr>
            <a:r>
              <a:t>Farmers / Farm Managers</a:t>
            </a:r>
          </a:p>
        </p:txBody>
      </p:sp>
      <p:sp>
        <p:nvSpPr>
          <p:cNvPr id="18" name="TextBox 17"/>
          <p:cNvSpPr txBox="1"/>
          <p:nvPr/>
        </p:nvSpPr>
        <p:spPr>
          <a:xfrm>
            <a:off x="914400" y="3264408"/>
            <a:ext cx="2926080" cy="365760"/>
          </a:xfrm>
          <a:prstGeom prst="rect">
            <a:avLst/>
          </a:prstGeom>
          <a:noFill/>
        </p:spPr>
        <p:txBody>
          <a:bodyPr wrap="none">
            <a:spAutoFit/>
          </a:bodyPr>
          <a:lstStyle/>
          <a:p>
            <a:pPr algn="l">
              <a:defRPr sz="1700" b="1">
                <a:solidFill>
                  <a:srgbClr val="193153"/>
                </a:solidFill>
              </a:defRPr>
            </a:pPr>
            <a:r>
              <a:t>Agricultural Analysts</a:t>
            </a:r>
          </a:p>
        </p:txBody>
      </p:sp>
      <p:sp>
        <p:nvSpPr>
          <p:cNvPr id="19" name="TextBox 18"/>
          <p:cNvSpPr txBox="1"/>
          <p:nvPr/>
        </p:nvSpPr>
        <p:spPr>
          <a:xfrm>
            <a:off x="914400" y="4471416"/>
            <a:ext cx="2926080" cy="365760"/>
          </a:xfrm>
          <a:prstGeom prst="rect">
            <a:avLst/>
          </a:prstGeom>
          <a:noFill/>
        </p:spPr>
        <p:txBody>
          <a:bodyPr wrap="none">
            <a:spAutoFit/>
          </a:bodyPr>
          <a:lstStyle/>
          <a:p>
            <a:pPr algn="l">
              <a:defRPr sz="1700" b="1">
                <a:solidFill>
                  <a:srgbClr val="193153"/>
                </a:solidFill>
              </a:defRPr>
            </a:pPr>
            <a:r>
              <a:t>Agricultural Planning Teams</a:t>
            </a:r>
          </a:p>
        </p:txBody>
      </p:sp>
      <p:sp>
        <p:nvSpPr>
          <p:cNvPr id="20" name="Rounded Rectangle 19"/>
          <p:cNvSpPr/>
          <p:nvPr/>
        </p:nvSpPr>
        <p:spPr>
          <a:xfrm>
            <a:off x="868680" y="1874519"/>
            <a:ext cx="3246120" cy="3611880"/>
          </a:xfrm>
          <a:prstGeom prst="roundRect">
            <a:avLst/>
          </a:prstGeom>
          <a:solidFill>
            <a:srgbClr val="F5F7FA"/>
          </a:solidFill>
          <a:ln>
            <a:solidFill>
              <a:srgbClr val="DC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1069848" y="2039112"/>
            <a:ext cx="2843784" cy="411480"/>
          </a:xfrm>
          <a:prstGeom prst="rect">
            <a:avLst/>
          </a:prstGeom>
          <a:noFill/>
        </p:spPr>
        <p:txBody>
          <a:bodyPr wrap="none">
            <a:spAutoFit/>
          </a:bodyPr>
          <a:lstStyle/>
          <a:p>
            <a:pPr algn="l">
              <a:defRPr sz="1700" b="1">
                <a:solidFill>
                  <a:srgbClr val="193153"/>
                </a:solidFill>
              </a:defRPr>
            </a:pPr>
            <a:r>
              <a:t>Farmers / Farm Managers</a:t>
            </a:r>
          </a:p>
        </p:txBody>
      </p:sp>
      <p:sp>
        <p:nvSpPr>
          <p:cNvPr id="22" name="TextBox 21"/>
          <p:cNvSpPr txBox="1"/>
          <p:nvPr/>
        </p:nvSpPr>
        <p:spPr>
          <a:xfrm>
            <a:off x="1097280" y="2560320"/>
            <a:ext cx="2788920" cy="2788920"/>
          </a:xfrm>
          <a:prstGeom prst="rect">
            <a:avLst/>
          </a:prstGeom>
          <a:noFill/>
        </p:spPr>
        <p:txBody>
          <a:bodyPr wrap="square">
            <a:spAutoFit/>
          </a:bodyPr>
          <a:lstStyle/>
          <a:p>
            <a:pPr>
              <a:spcAft>
                <a:spcPts val="900"/>
              </a:spcAft>
              <a:defRPr sz="1350">
                <a:solidFill>
                  <a:srgbClr val="373D44"/>
                </a:solidFill>
              </a:defRPr>
            </a:pPr>
            <a:r>
              <a:t>Seasonal crop planning, resource optimization and profitability-focused decisions.</a:t>
            </a:r>
          </a:p>
        </p:txBody>
      </p:sp>
      <p:sp>
        <p:nvSpPr>
          <p:cNvPr id="23" name="Rounded Rectangle 22"/>
          <p:cNvSpPr/>
          <p:nvPr/>
        </p:nvSpPr>
        <p:spPr>
          <a:xfrm>
            <a:off x="4480560" y="1874519"/>
            <a:ext cx="3246120" cy="3611880"/>
          </a:xfrm>
          <a:prstGeom prst="roundRect">
            <a:avLst/>
          </a:prstGeom>
          <a:solidFill>
            <a:srgbClr val="F5F7FA"/>
          </a:solidFill>
          <a:ln>
            <a:solidFill>
              <a:srgbClr val="DC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681728" y="2039112"/>
            <a:ext cx="2843784" cy="411480"/>
          </a:xfrm>
          <a:prstGeom prst="rect">
            <a:avLst/>
          </a:prstGeom>
          <a:noFill/>
        </p:spPr>
        <p:txBody>
          <a:bodyPr wrap="none">
            <a:spAutoFit/>
          </a:bodyPr>
          <a:lstStyle/>
          <a:p>
            <a:pPr algn="l">
              <a:defRPr sz="1700" b="1">
                <a:solidFill>
                  <a:srgbClr val="193153"/>
                </a:solidFill>
              </a:defRPr>
            </a:pPr>
            <a:r>
              <a:t>Agricultural Analysts</a:t>
            </a:r>
          </a:p>
        </p:txBody>
      </p:sp>
      <p:sp>
        <p:nvSpPr>
          <p:cNvPr id="25" name="TextBox 24"/>
          <p:cNvSpPr txBox="1"/>
          <p:nvPr/>
        </p:nvSpPr>
        <p:spPr>
          <a:xfrm>
            <a:off x="4709160" y="2560320"/>
            <a:ext cx="2788920" cy="2788920"/>
          </a:xfrm>
          <a:prstGeom prst="rect">
            <a:avLst/>
          </a:prstGeom>
          <a:noFill/>
        </p:spPr>
        <p:txBody>
          <a:bodyPr wrap="square">
            <a:spAutoFit/>
          </a:bodyPr>
          <a:lstStyle/>
          <a:p>
            <a:pPr>
              <a:spcAft>
                <a:spcPts val="900"/>
              </a:spcAft>
              <a:defRPr sz="1350">
                <a:solidFill>
                  <a:srgbClr val="373D44"/>
                </a:solidFill>
              </a:defRPr>
            </a:pPr>
            <a:r>
              <a:t>Crop, season and state comparisons; outlier detection and evidence-based reporting.</a:t>
            </a:r>
          </a:p>
        </p:txBody>
      </p:sp>
      <p:sp>
        <p:nvSpPr>
          <p:cNvPr id="26" name="Rounded Rectangle 25"/>
          <p:cNvSpPr/>
          <p:nvPr/>
        </p:nvSpPr>
        <p:spPr>
          <a:xfrm>
            <a:off x="8092440" y="1874519"/>
            <a:ext cx="3246120" cy="3611880"/>
          </a:xfrm>
          <a:prstGeom prst="roundRect">
            <a:avLst/>
          </a:prstGeom>
          <a:solidFill>
            <a:srgbClr val="F5F7FA"/>
          </a:solidFill>
          <a:ln>
            <a:solidFill>
              <a:srgbClr val="DC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8293608" y="2039112"/>
            <a:ext cx="2843784" cy="411480"/>
          </a:xfrm>
          <a:prstGeom prst="rect">
            <a:avLst/>
          </a:prstGeom>
          <a:noFill/>
        </p:spPr>
        <p:txBody>
          <a:bodyPr wrap="none">
            <a:spAutoFit/>
          </a:bodyPr>
          <a:lstStyle/>
          <a:p>
            <a:pPr algn="l">
              <a:defRPr sz="1700" b="1">
                <a:solidFill>
                  <a:srgbClr val="193153"/>
                </a:solidFill>
              </a:defRPr>
            </a:pPr>
            <a:r>
              <a:t>Agricultural Planning Teams</a:t>
            </a:r>
          </a:p>
        </p:txBody>
      </p:sp>
      <p:sp>
        <p:nvSpPr>
          <p:cNvPr id="28" name="TextBox 27"/>
          <p:cNvSpPr txBox="1"/>
          <p:nvPr/>
        </p:nvSpPr>
        <p:spPr>
          <a:xfrm>
            <a:off x="8321040" y="2560320"/>
            <a:ext cx="2788920" cy="2788920"/>
          </a:xfrm>
          <a:prstGeom prst="rect">
            <a:avLst/>
          </a:prstGeom>
          <a:noFill/>
        </p:spPr>
        <p:txBody>
          <a:bodyPr wrap="square">
            <a:spAutoFit/>
          </a:bodyPr>
          <a:lstStyle/>
          <a:p>
            <a:pPr>
              <a:spcAft>
                <a:spcPts val="900"/>
              </a:spcAft>
              <a:defRPr sz="1350">
                <a:solidFill>
                  <a:srgbClr val="373D44"/>
                </a:solidFill>
              </a:defRPr>
            </a:pPr>
            <a:r>
              <a:t>Regional performance assessment and support for seasonal resource planning.</a:t>
            </a:r>
          </a:p>
        </p:txBody>
      </p:sp>
    </p:spTree>
    <p:extLst>
      <p:ext uri="{BB962C8B-B14F-4D97-AF65-F5344CB8AC3E}">
        <p14:creationId xmlns:p14="http://schemas.microsoft.com/office/powerpoint/2010/main" val="480750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0B7C27C4-3E14-490A-B132-CBBEDA1E905A}"/>
              </a:ext>
            </a:extLst>
          </p:cNvPr>
          <p:cNvPicPr>
            <a:picLocks noChangeAspect="1"/>
          </p:cNvPicPr>
          <p:nvPr/>
        </p:nvPicPr>
        <p:blipFill>
          <a:blip r:embed="rId3"/>
          <a:stretch>
            <a:fillRect/>
          </a:stretch>
        </p:blipFill>
        <p:spPr>
          <a:xfrm>
            <a:off x="467359" y="6410461"/>
            <a:ext cx="3706253" cy="296092"/>
          </a:xfrm>
          <a:prstGeom prst="rect">
            <a:avLst/>
          </a:prstGeom>
        </p:spPr>
      </p:pic>
      <p:pic>
        <p:nvPicPr>
          <p:cNvPr id="2" name="Picture 1">
            <a:extLst>
              <a:ext uri="{FF2B5EF4-FFF2-40B4-BE49-F238E27FC236}">
                <a16:creationId xmlns:a16="http://schemas.microsoft.com/office/drawing/2014/main" id="{F1FC3E39-8C60-4F64-9838-2A683F25B8C4}"/>
              </a:ext>
            </a:extLst>
          </p:cNvPr>
          <p:cNvPicPr>
            <a:picLocks noChangeAspect="1"/>
          </p:cNvPicPr>
          <p:nvPr/>
        </p:nvPicPr>
        <p:blipFill>
          <a:blip r:embed="rId4"/>
          <a:stretch>
            <a:fillRect/>
          </a:stretch>
        </p:blipFill>
        <p:spPr>
          <a:xfrm flipH="1">
            <a:off x="50800" y="3820160"/>
            <a:ext cx="1727200" cy="3010024"/>
          </a:xfrm>
          <a:prstGeom prst="rect">
            <a:avLst/>
          </a:prstGeom>
        </p:spPr>
      </p:pic>
      <p:sp>
        <p:nvSpPr>
          <p:cNvPr id="7" name="Text Placeholder 6">
            <a:extLst>
              <a:ext uri="{FF2B5EF4-FFF2-40B4-BE49-F238E27FC236}">
                <a16:creationId xmlns:a16="http://schemas.microsoft.com/office/drawing/2014/main" id="{B21C28F5-3CA3-4B78-B5C9-550C00BB3174}"/>
              </a:ext>
            </a:extLst>
          </p:cNvPr>
          <p:cNvSpPr>
            <a:spLocks noGrp="1"/>
          </p:cNvSpPr>
          <p:nvPr>
            <p:ph type="body" sz="quarter" idx="12"/>
          </p:nvPr>
        </p:nvSpPr>
        <p:spPr>
          <a:xfrm>
            <a:off x="390618" y="1432560"/>
            <a:ext cx="9027702" cy="5243448"/>
          </a:xfrm>
        </p:spPr>
        <p:txBody>
          <a:bodyPr/>
          <a:lstStyle/>
          <a:p>
            <a:pPr lvl="1">
              <a:lnSpc>
                <a:spcPct val="150000"/>
              </a:lnSpc>
            </a:pPr>
            <a:endParaRPr lang="en-IN" dirty="0"/>
          </a:p>
        </p:txBody>
      </p:sp>
      <p:sp>
        <p:nvSpPr>
          <p:cNvPr id="9" name="Title 8">
            <a:extLst>
              <a:ext uri="{FF2B5EF4-FFF2-40B4-BE49-F238E27FC236}">
                <a16:creationId xmlns:a16="http://schemas.microsoft.com/office/drawing/2014/main" id="{FEF304F5-32C5-4869-B185-859B567855A8}"/>
              </a:ext>
            </a:extLst>
          </p:cNvPr>
          <p:cNvSpPr>
            <a:spLocks noGrp="1"/>
          </p:cNvSpPr>
          <p:nvPr>
            <p:ph type="title"/>
          </p:nvPr>
        </p:nvSpPr>
        <p:spPr>
          <a:xfrm>
            <a:off x="660399" y="430567"/>
            <a:ext cx="5306291" cy="847817"/>
          </a:xfrm>
        </p:spPr>
        <p:txBody>
          <a:bodyPr>
            <a:normAutofit/>
          </a:bodyPr>
          <a:lstStyle/>
          <a:p>
            <a:r>
              <a:rPr lang="en-US" dirty="0"/>
              <a:t>Technology Used</a:t>
            </a:r>
          </a:p>
        </p:txBody>
      </p:sp>
      <p:sp>
        <p:nvSpPr>
          <p:cNvPr id="17" name="Rounded Rectangle 16"/>
          <p:cNvSpPr/>
          <p:nvPr/>
        </p:nvSpPr>
        <p:spPr>
          <a:xfrm>
            <a:off x="685800" y="1600200"/>
            <a:ext cx="3337560" cy="1600200"/>
          </a:xfrm>
          <a:prstGeom prst="roundRect">
            <a:avLst/>
          </a:prstGeom>
          <a:solidFill>
            <a:srgbClr val="F5F7FA"/>
          </a:solidFill>
          <a:ln>
            <a:solidFill>
              <a:srgbClr val="DC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68680" y="1764792"/>
            <a:ext cx="2971800" cy="365760"/>
          </a:xfrm>
          <a:prstGeom prst="rect">
            <a:avLst/>
          </a:prstGeom>
          <a:noFill/>
        </p:spPr>
        <p:txBody>
          <a:bodyPr wrap="none">
            <a:spAutoFit/>
          </a:bodyPr>
          <a:lstStyle/>
          <a:p>
            <a:pPr algn="ctr">
              <a:defRPr sz="1600" b="1">
                <a:solidFill>
                  <a:srgbClr val="193153"/>
                </a:solidFill>
              </a:defRPr>
            </a:pPr>
            <a:r>
              <a:t>Python</a:t>
            </a:r>
          </a:p>
        </p:txBody>
      </p:sp>
      <p:sp>
        <p:nvSpPr>
          <p:cNvPr id="19" name="TextBox 18"/>
          <p:cNvSpPr txBox="1"/>
          <p:nvPr/>
        </p:nvSpPr>
        <p:spPr>
          <a:xfrm>
            <a:off x="886968" y="2221992"/>
            <a:ext cx="2754303" cy="477054"/>
          </a:xfrm>
          <a:prstGeom prst="rect">
            <a:avLst/>
          </a:prstGeom>
          <a:noFill/>
        </p:spPr>
        <p:txBody>
          <a:bodyPr wrap="square">
            <a:spAutoFit/>
          </a:bodyPr>
          <a:lstStyle/>
          <a:p>
            <a:pPr algn="ctr">
              <a:defRPr sz="1250" b="0">
                <a:solidFill>
                  <a:srgbClr val="373D44"/>
                </a:solidFill>
              </a:defRPr>
            </a:pPr>
            <a:r>
              <a:rPr dirty="0"/>
              <a:t>Core language for data analysis and statistical processing</a:t>
            </a:r>
          </a:p>
        </p:txBody>
      </p:sp>
      <p:sp>
        <p:nvSpPr>
          <p:cNvPr id="20" name="Rounded Rectangle 19"/>
          <p:cNvSpPr/>
          <p:nvPr/>
        </p:nvSpPr>
        <p:spPr>
          <a:xfrm>
            <a:off x="4389120" y="1600200"/>
            <a:ext cx="3337560" cy="1600200"/>
          </a:xfrm>
          <a:prstGeom prst="roundRect">
            <a:avLst/>
          </a:prstGeom>
          <a:solidFill>
            <a:srgbClr val="F5F7FA"/>
          </a:solidFill>
          <a:ln>
            <a:solidFill>
              <a:srgbClr val="DC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72000" y="1764792"/>
            <a:ext cx="2971800" cy="365760"/>
          </a:xfrm>
          <a:prstGeom prst="rect">
            <a:avLst/>
          </a:prstGeom>
          <a:noFill/>
        </p:spPr>
        <p:txBody>
          <a:bodyPr wrap="none">
            <a:spAutoFit/>
          </a:bodyPr>
          <a:lstStyle/>
          <a:p>
            <a:pPr algn="ctr">
              <a:defRPr sz="1600" b="1">
                <a:solidFill>
                  <a:srgbClr val="193153"/>
                </a:solidFill>
              </a:defRPr>
            </a:pPr>
            <a:r>
              <a:t>Pandas</a:t>
            </a:r>
          </a:p>
        </p:txBody>
      </p:sp>
      <p:sp>
        <p:nvSpPr>
          <p:cNvPr id="22" name="TextBox 21"/>
          <p:cNvSpPr txBox="1"/>
          <p:nvPr/>
        </p:nvSpPr>
        <p:spPr>
          <a:xfrm>
            <a:off x="4661806" y="2221992"/>
            <a:ext cx="3064873" cy="477054"/>
          </a:xfrm>
          <a:prstGeom prst="rect">
            <a:avLst/>
          </a:prstGeom>
          <a:noFill/>
        </p:spPr>
        <p:txBody>
          <a:bodyPr wrap="square">
            <a:spAutoFit/>
          </a:bodyPr>
          <a:lstStyle/>
          <a:p>
            <a:pPr algn="ctr">
              <a:defRPr sz="1250" b="0">
                <a:solidFill>
                  <a:srgbClr val="373D44"/>
                </a:solidFill>
              </a:defRPr>
            </a:pPr>
            <a:r>
              <a:rPr dirty="0"/>
              <a:t>Data cleaning, gro</a:t>
            </a:r>
            <a:r>
              <a:rPr lang="en-US" dirty="0"/>
              <a:t>u</a:t>
            </a:r>
            <a:r>
              <a:rPr dirty="0"/>
              <a:t>ping, aggregation and pivot tables</a:t>
            </a:r>
          </a:p>
        </p:txBody>
      </p:sp>
      <p:sp>
        <p:nvSpPr>
          <p:cNvPr id="23" name="Rounded Rectangle 22"/>
          <p:cNvSpPr/>
          <p:nvPr/>
        </p:nvSpPr>
        <p:spPr>
          <a:xfrm>
            <a:off x="8092440" y="1600200"/>
            <a:ext cx="3337560" cy="1600200"/>
          </a:xfrm>
          <a:prstGeom prst="roundRect">
            <a:avLst/>
          </a:prstGeom>
          <a:solidFill>
            <a:srgbClr val="F5F7FA"/>
          </a:solidFill>
          <a:ln>
            <a:solidFill>
              <a:srgbClr val="DC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275319" y="1764792"/>
            <a:ext cx="2971800" cy="365760"/>
          </a:xfrm>
          <a:prstGeom prst="rect">
            <a:avLst/>
          </a:prstGeom>
          <a:noFill/>
        </p:spPr>
        <p:txBody>
          <a:bodyPr wrap="none">
            <a:spAutoFit/>
          </a:bodyPr>
          <a:lstStyle/>
          <a:p>
            <a:pPr algn="ctr">
              <a:defRPr sz="1600" b="1">
                <a:solidFill>
                  <a:srgbClr val="193153"/>
                </a:solidFill>
              </a:defRPr>
            </a:pPr>
            <a:r>
              <a:t>Matplotlib / Seaborn</a:t>
            </a:r>
          </a:p>
        </p:txBody>
      </p:sp>
      <p:sp>
        <p:nvSpPr>
          <p:cNvPr id="25" name="TextBox 24"/>
          <p:cNvSpPr txBox="1"/>
          <p:nvPr/>
        </p:nvSpPr>
        <p:spPr>
          <a:xfrm>
            <a:off x="8196943" y="2221992"/>
            <a:ext cx="3108090" cy="669414"/>
          </a:xfrm>
          <a:prstGeom prst="rect">
            <a:avLst/>
          </a:prstGeom>
          <a:noFill/>
        </p:spPr>
        <p:txBody>
          <a:bodyPr wrap="square">
            <a:spAutoFit/>
          </a:bodyPr>
          <a:lstStyle/>
          <a:p>
            <a:pPr algn="ctr">
              <a:defRPr sz="1250" b="0">
                <a:solidFill>
                  <a:srgbClr val="373D44"/>
                </a:solidFill>
              </a:defRPr>
            </a:pPr>
            <a:r>
              <a:rPr lang="en-US" dirty="0"/>
              <a:t>Exploratory data visualization and comparison charts</a:t>
            </a:r>
          </a:p>
          <a:p>
            <a:pPr algn="ctr">
              <a:defRPr sz="1250" b="0">
                <a:solidFill>
                  <a:srgbClr val="373D44"/>
                </a:solidFill>
              </a:defRPr>
            </a:pPr>
            <a:endParaRPr dirty="0"/>
          </a:p>
        </p:txBody>
      </p:sp>
      <p:sp>
        <p:nvSpPr>
          <p:cNvPr id="26" name="Rounded Rectangle 25"/>
          <p:cNvSpPr/>
          <p:nvPr/>
        </p:nvSpPr>
        <p:spPr>
          <a:xfrm>
            <a:off x="685800" y="3657600"/>
            <a:ext cx="3337560" cy="1600200"/>
          </a:xfrm>
          <a:prstGeom prst="roundRect">
            <a:avLst/>
          </a:prstGeom>
          <a:solidFill>
            <a:srgbClr val="F5F7FA"/>
          </a:solidFill>
          <a:ln>
            <a:solidFill>
              <a:srgbClr val="DC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868680" y="3822191"/>
            <a:ext cx="2971800" cy="365760"/>
          </a:xfrm>
          <a:prstGeom prst="rect">
            <a:avLst/>
          </a:prstGeom>
          <a:noFill/>
        </p:spPr>
        <p:txBody>
          <a:bodyPr wrap="none">
            <a:spAutoFit/>
          </a:bodyPr>
          <a:lstStyle/>
          <a:p>
            <a:pPr algn="ctr">
              <a:defRPr sz="1600" b="1">
                <a:solidFill>
                  <a:srgbClr val="193153"/>
                </a:solidFill>
              </a:defRPr>
            </a:pPr>
            <a:r>
              <a:t>SciPy</a:t>
            </a:r>
          </a:p>
        </p:txBody>
      </p:sp>
      <p:sp>
        <p:nvSpPr>
          <p:cNvPr id="28" name="TextBox 27"/>
          <p:cNvSpPr txBox="1"/>
          <p:nvPr/>
        </p:nvSpPr>
        <p:spPr>
          <a:xfrm>
            <a:off x="886968" y="4279392"/>
            <a:ext cx="2754303" cy="477054"/>
          </a:xfrm>
          <a:prstGeom prst="rect">
            <a:avLst/>
          </a:prstGeom>
          <a:noFill/>
        </p:spPr>
        <p:txBody>
          <a:bodyPr wrap="square">
            <a:spAutoFit/>
          </a:bodyPr>
          <a:lstStyle/>
          <a:p>
            <a:pPr algn="ctr">
              <a:defRPr sz="1250" b="0">
                <a:solidFill>
                  <a:srgbClr val="373D44"/>
                </a:solidFill>
              </a:defRPr>
            </a:pPr>
            <a:r>
              <a:rPr dirty="0"/>
              <a:t>ANOVA and Welch t-tests for statistical analysis</a:t>
            </a:r>
          </a:p>
        </p:txBody>
      </p:sp>
      <p:sp>
        <p:nvSpPr>
          <p:cNvPr id="29" name="Rounded Rectangle 28"/>
          <p:cNvSpPr/>
          <p:nvPr/>
        </p:nvSpPr>
        <p:spPr>
          <a:xfrm>
            <a:off x="4389120" y="3657600"/>
            <a:ext cx="3337560" cy="1600200"/>
          </a:xfrm>
          <a:prstGeom prst="roundRect">
            <a:avLst/>
          </a:prstGeom>
          <a:solidFill>
            <a:srgbClr val="F5F7FA"/>
          </a:solidFill>
          <a:ln>
            <a:solidFill>
              <a:srgbClr val="DC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4572000" y="3822191"/>
            <a:ext cx="2971800" cy="365760"/>
          </a:xfrm>
          <a:prstGeom prst="rect">
            <a:avLst/>
          </a:prstGeom>
          <a:noFill/>
        </p:spPr>
        <p:txBody>
          <a:bodyPr wrap="none">
            <a:spAutoFit/>
          </a:bodyPr>
          <a:lstStyle/>
          <a:p>
            <a:pPr algn="ctr">
              <a:defRPr sz="1600" b="1">
                <a:solidFill>
                  <a:srgbClr val="193153"/>
                </a:solidFill>
              </a:defRPr>
            </a:pPr>
            <a:r>
              <a:t>Jupyter Notebook</a:t>
            </a:r>
          </a:p>
        </p:txBody>
      </p:sp>
      <p:sp>
        <p:nvSpPr>
          <p:cNvPr id="31" name="TextBox 30"/>
          <p:cNvSpPr txBox="1"/>
          <p:nvPr/>
        </p:nvSpPr>
        <p:spPr>
          <a:xfrm>
            <a:off x="4898570" y="4279392"/>
            <a:ext cx="2626941" cy="477054"/>
          </a:xfrm>
          <a:prstGeom prst="rect">
            <a:avLst/>
          </a:prstGeom>
          <a:noFill/>
        </p:spPr>
        <p:txBody>
          <a:bodyPr wrap="square">
            <a:spAutoFit/>
          </a:bodyPr>
          <a:lstStyle/>
          <a:p>
            <a:pPr algn="ctr">
              <a:defRPr sz="1250" b="0">
                <a:solidFill>
                  <a:srgbClr val="373D44"/>
                </a:solidFill>
              </a:defRPr>
            </a:pPr>
            <a:r>
              <a:rPr dirty="0"/>
              <a:t>Interactive analysis environment used in VS Code</a:t>
            </a:r>
          </a:p>
        </p:txBody>
      </p:sp>
    </p:spTree>
    <p:extLst>
      <p:ext uri="{BB962C8B-B14F-4D97-AF65-F5344CB8AC3E}">
        <p14:creationId xmlns:p14="http://schemas.microsoft.com/office/powerpoint/2010/main" val="13419010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p:cTn id="7" dur="500" fill="hold"/>
                                        <p:tgtEl>
                                          <p:spTgt spid="9"/>
                                        </p:tgtEl>
                                        <p:attrNameLst>
                                          <p:attrName>ppt_w</p:attrName>
                                        </p:attrNameLst>
                                      </p:cBhvr>
                                      <p:tavLst>
                                        <p:tav tm="0">
                                          <p:val>
                                            <p:fltVal val="0"/>
                                          </p:val>
                                        </p:tav>
                                        <p:tav tm="100000">
                                          <p:val>
                                            <p:strVal val="#ppt_w"/>
                                          </p:val>
                                        </p:tav>
                                      </p:tavLst>
                                    </p:anim>
                                    <p:anim calcmode="lin" valueType="num">
                                      <p:cBhvr>
                                        <p:cTn id="8" dur="500" fill="hold"/>
                                        <p:tgtEl>
                                          <p:spTgt spid="9"/>
                                        </p:tgtEl>
                                        <p:attrNameLst>
                                          <p:attrName>ppt_h</p:attrName>
                                        </p:attrNameLst>
                                      </p:cBhvr>
                                      <p:tavLst>
                                        <p:tav tm="0">
                                          <p:val>
                                            <p:fltVal val="0"/>
                                          </p:val>
                                        </p:tav>
                                        <p:tav tm="100000">
                                          <p:val>
                                            <p:strVal val="#ppt_h"/>
                                          </p:val>
                                        </p:tav>
                                      </p:tavLst>
                                    </p:anim>
                                    <p:animEffect transition="in" filter="fade">
                                      <p:cBhvr>
                                        <p:cTn id="9" dur="500"/>
                                        <p:tgtEl>
                                          <p:spTgt spid="9"/>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xEl>
                                              <p:pRg st="0" end="0"/>
                                            </p:txEl>
                                          </p:spTgt>
                                        </p:tgtEl>
                                        <p:attrNameLst>
                                          <p:attrName>style.visibility</p:attrName>
                                        </p:attrNameLst>
                                      </p:cBhvr>
                                      <p:to>
                                        <p:strVal val="visible"/>
                                      </p:to>
                                    </p:set>
                                    <p:animEffect transition="in" filter="fade">
                                      <p:cBhvr>
                                        <p:cTn id="14" dur="1000"/>
                                        <p:tgtEl>
                                          <p:spTgt spid="7">
                                            <p:txEl>
                                              <p:pRg st="0" end="0"/>
                                            </p:txEl>
                                          </p:spTgt>
                                        </p:tgtEl>
                                      </p:cBhvr>
                                    </p:animEffect>
                                    <p:anim calcmode="lin" valueType="num">
                                      <p:cBhvr>
                                        <p:cTn id="15" dur="1000" fill="hold"/>
                                        <p:tgtEl>
                                          <p:spTgt spid="7">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7">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P spid="9"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AAE43-B138-25CD-D01F-41DB388556CE}"/>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FCF24DA-3CDC-4D87-9335-AB913C783F76}"/>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6D5AF756-BADB-9E87-14AC-F87A8C7463BF}"/>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4716F3BA-AE41-9B35-3BCA-353F205375D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algn="l">
              <a:defRPr sz="1550" b="1">
                <a:solidFill>
                  <a:srgbClr val="193153"/>
                </a:solidFill>
              </a:defRPr>
            </a:pPr>
            <a:r>
              <a:t>Result 1 — Average Economic Performance by Season</a:t>
            </a:r>
            <a:endParaRPr lang="en-GB" sz="2000" dirty="0"/>
          </a:p>
        </p:txBody>
      </p:sp>
      <p:sp>
        <p:nvSpPr>
          <p:cNvPr id="8" name="Text Placeholder 30">
            <a:extLst>
              <a:ext uri="{FF2B5EF4-FFF2-40B4-BE49-F238E27FC236}">
                <a16:creationId xmlns:a16="http://schemas.microsoft.com/office/drawing/2014/main" id="{0E149068-B429-662F-714A-0DD8CE171A51}"/>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algn="l">
              <a:defRPr sz="1250" b="0">
                <a:solidFill>
                  <a:srgbClr val="697078"/>
                </a:solidFill>
              </a:defRPr>
            </a:pPr>
            <a:r>
              <a:t>Key findings from notebook analysis</a:t>
            </a:r>
            <a:endParaRPr lang="en-GB" sz="2000" dirty="0"/>
          </a:p>
        </p:txBody>
      </p:sp>
      <p:pic>
        <p:nvPicPr>
          <p:cNvPr id="31" name="Picture 30" descr="Screenshot 2026-09-15 033912.png"/>
          <p:cNvPicPr>
            <a:picLocks noChangeAspect="1"/>
          </p:cNvPicPr>
          <p:nvPr/>
        </p:nvPicPr>
        <p:blipFill>
          <a:blip r:embed="rId3"/>
          <a:stretch>
            <a:fillRect/>
          </a:stretch>
        </p:blipFill>
        <p:spPr>
          <a:xfrm>
            <a:off x="594360" y="1874519"/>
            <a:ext cx="6995160" cy="4251960"/>
          </a:xfrm>
          <a:prstGeom prst="rect">
            <a:avLst/>
          </a:prstGeom>
        </p:spPr>
      </p:pic>
      <p:sp>
        <p:nvSpPr>
          <p:cNvPr id="32" name="Rounded Rectangle 31"/>
          <p:cNvSpPr/>
          <p:nvPr/>
        </p:nvSpPr>
        <p:spPr>
          <a:xfrm>
            <a:off x="7818120" y="1874519"/>
            <a:ext cx="3703320" cy="4251960"/>
          </a:xfrm>
          <a:prstGeom prst="roundRect">
            <a:avLst/>
          </a:prstGeom>
          <a:solidFill>
            <a:srgbClr val="F5F7FA"/>
          </a:solidFill>
          <a:ln>
            <a:solidFill>
              <a:srgbClr val="DC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8019288" y="2039112"/>
            <a:ext cx="3300984" cy="411480"/>
          </a:xfrm>
          <a:prstGeom prst="rect">
            <a:avLst/>
          </a:prstGeom>
          <a:noFill/>
        </p:spPr>
        <p:txBody>
          <a:bodyPr wrap="none">
            <a:spAutoFit/>
          </a:bodyPr>
          <a:lstStyle/>
          <a:p>
            <a:pPr algn="l">
              <a:defRPr sz="1700" b="1">
                <a:solidFill>
                  <a:srgbClr val="193153"/>
                </a:solidFill>
              </a:defRPr>
            </a:pPr>
            <a:r>
              <a:t>Key Insight</a:t>
            </a:r>
          </a:p>
        </p:txBody>
      </p:sp>
      <p:sp>
        <p:nvSpPr>
          <p:cNvPr id="34" name="TextBox 33"/>
          <p:cNvSpPr txBox="1"/>
          <p:nvPr/>
        </p:nvSpPr>
        <p:spPr>
          <a:xfrm>
            <a:off x="8046720" y="2560320"/>
            <a:ext cx="3246120" cy="3429000"/>
          </a:xfrm>
          <a:prstGeom prst="rect">
            <a:avLst/>
          </a:prstGeom>
          <a:noFill/>
        </p:spPr>
        <p:txBody>
          <a:bodyPr wrap="square">
            <a:spAutoFit/>
          </a:bodyPr>
          <a:lstStyle/>
          <a:p>
            <a:pPr>
              <a:spcAft>
                <a:spcPts val="900"/>
              </a:spcAft>
              <a:defRPr sz="1350">
                <a:solidFill>
                  <a:srgbClr val="373D44"/>
                </a:solidFill>
              </a:defRPr>
            </a:pPr>
            <a:r>
              <a:t>Kharif records the highest average profit: ₹178,914.65.</a:t>
            </a:r>
          </a:p>
          <a:p>
            <a:pPr>
              <a:spcAft>
                <a:spcPts val="900"/>
              </a:spcAft>
              <a:defRPr sz="1350">
                <a:solidFill>
                  <a:srgbClr val="373D44"/>
                </a:solidFill>
              </a:defRPr>
            </a:pPr>
            <a:r>
              <a:t>Rabi remains profitable with ₹87,689.47 average profit.</a:t>
            </a:r>
          </a:p>
          <a:p>
            <a:pPr>
              <a:spcAft>
                <a:spcPts val="900"/>
              </a:spcAft>
              <a:defRPr sz="1350">
                <a:solidFill>
                  <a:srgbClr val="373D44"/>
                </a:solidFill>
              </a:defRPr>
            </a:pPr>
            <a:r>
              <a:t>Zaid shows an average loss of ₹24,804.82.</a:t>
            </a:r>
          </a:p>
          <a:p>
            <a:pPr>
              <a:spcAft>
                <a:spcPts val="900"/>
              </a:spcAft>
              <a:defRPr sz="1350">
                <a:solidFill>
                  <a:srgbClr val="373D44"/>
                </a:solidFill>
              </a:defRPr>
            </a:pPr>
            <a:r>
              <a:t>Kharif also has the highest average production and revenue.</a:t>
            </a:r>
          </a:p>
        </p:txBody>
      </p:sp>
    </p:spTree>
    <p:extLst>
      <p:ext uri="{BB962C8B-B14F-4D97-AF65-F5344CB8AC3E}">
        <p14:creationId xmlns:p14="http://schemas.microsoft.com/office/powerpoint/2010/main" val="3849627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F9E943-C59C-1D86-29CA-F786C47BABA8}"/>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EC6E6C7-69F2-D361-F3CC-FC5268D9BC8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DFCD5524-F764-DC63-6F54-D48057CF17B7}"/>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4B1E3463-DEAD-53DD-2AC0-E8A458421D0B}"/>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algn="l">
              <a:defRPr sz="1550" b="1">
                <a:solidFill>
                  <a:srgbClr val="193153"/>
                </a:solidFill>
              </a:defRPr>
            </a:pPr>
            <a:r>
              <a:t>Result 2 — Average Yield by Crop and Season</a:t>
            </a:r>
            <a:endParaRPr lang="en-GB" sz="2000" dirty="0"/>
          </a:p>
        </p:txBody>
      </p:sp>
      <p:sp>
        <p:nvSpPr>
          <p:cNvPr id="8" name="Text Placeholder 30">
            <a:extLst>
              <a:ext uri="{FF2B5EF4-FFF2-40B4-BE49-F238E27FC236}">
                <a16:creationId xmlns:a16="http://schemas.microsoft.com/office/drawing/2014/main" id="{B713140B-3822-90E0-F216-B77A695B86B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algn="l">
              <a:defRPr sz="1250" b="0">
                <a:solidFill>
                  <a:srgbClr val="697078"/>
                </a:solidFill>
              </a:defRPr>
            </a:pPr>
            <a:r>
              <a:t>Key findings from notebook analysis</a:t>
            </a:r>
            <a:endParaRPr lang="en-GB" sz="2000" dirty="0"/>
          </a:p>
        </p:txBody>
      </p:sp>
      <p:pic>
        <p:nvPicPr>
          <p:cNvPr id="31" name="Picture 30" descr="Screenshot 2026-09-15 034045.png"/>
          <p:cNvPicPr>
            <a:picLocks noChangeAspect="1"/>
          </p:cNvPicPr>
          <p:nvPr/>
        </p:nvPicPr>
        <p:blipFill>
          <a:blip r:embed="rId3"/>
          <a:stretch>
            <a:fillRect/>
          </a:stretch>
        </p:blipFill>
        <p:spPr>
          <a:xfrm>
            <a:off x="594360" y="1874519"/>
            <a:ext cx="6995160" cy="4251960"/>
          </a:xfrm>
          <a:prstGeom prst="rect">
            <a:avLst/>
          </a:prstGeom>
        </p:spPr>
      </p:pic>
      <p:sp>
        <p:nvSpPr>
          <p:cNvPr id="32" name="Rounded Rectangle 31"/>
          <p:cNvSpPr/>
          <p:nvPr/>
        </p:nvSpPr>
        <p:spPr>
          <a:xfrm>
            <a:off x="7818120" y="1874519"/>
            <a:ext cx="3703320" cy="4251960"/>
          </a:xfrm>
          <a:prstGeom prst="roundRect">
            <a:avLst/>
          </a:prstGeom>
          <a:solidFill>
            <a:srgbClr val="F5F7FA"/>
          </a:solidFill>
          <a:ln>
            <a:solidFill>
              <a:srgbClr val="DC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8019288" y="2039112"/>
            <a:ext cx="3300984" cy="411480"/>
          </a:xfrm>
          <a:prstGeom prst="rect">
            <a:avLst/>
          </a:prstGeom>
          <a:noFill/>
        </p:spPr>
        <p:txBody>
          <a:bodyPr wrap="none">
            <a:spAutoFit/>
          </a:bodyPr>
          <a:lstStyle/>
          <a:p>
            <a:pPr algn="l">
              <a:defRPr sz="1700" b="1">
                <a:solidFill>
                  <a:srgbClr val="193153"/>
                </a:solidFill>
              </a:defRPr>
            </a:pPr>
            <a:r>
              <a:t>Key Insight</a:t>
            </a:r>
          </a:p>
        </p:txBody>
      </p:sp>
      <p:sp>
        <p:nvSpPr>
          <p:cNvPr id="34" name="TextBox 33"/>
          <p:cNvSpPr txBox="1"/>
          <p:nvPr/>
        </p:nvSpPr>
        <p:spPr>
          <a:xfrm>
            <a:off x="8046720" y="2560320"/>
            <a:ext cx="3246120" cy="3429000"/>
          </a:xfrm>
          <a:prstGeom prst="rect">
            <a:avLst/>
          </a:prstGeom>
          <a:noFill/>
        </p:spPr>
        <p:txBody>
          <a:bodyPr wrap="square">
            <a:spAutoFit/>
          </a:bodyPr>
          <a:lstStyle/>
          <a:p>
            <a:pPr>
              <a:spcAft>
                <a:spcPts val="900"/>
              </a:spcAft>
              <a:defRPr sz="1350">
                <a:solidFill>
                  <a:srgbClr val="373D44"/>
                </a:solidFill>
              </a:defRPr>
            </a:pPr>
            <a:r>
              <a:t>Sugarcane has the highest average yield in the dataset.</a:t>
            </a:r>
          </a:p>
          <a:p>
            <a:pPr>
              <a:spcAft>
                <a:spcPts val="900"/>
              </a:spcAft>
              <a:defRPr sz="1350">
                <a:solidFill>
                  <a:srgbClr val="373D44"/>
                </a:solidFill>
              </a:defRPr>
            </a:pPr>
            <a:r>
              <a:t>Kharif yield is higher than Rabi and Zaid for every analyzed crop.</a:t>
            </a:r>
          </a:p>
          <a:p>
            <a:pPr>
              <a:spcAft>
                <a:spcPts val="900"/>
              </a:spcAft>
              <a:defRPr sz="1350">
                <a:solidFill>
                  <a:srgbClr val="373D44"/>
                </a:solidFill>
              </a:defRPr>
            </a:pPr>
            <a:r>
              <a:t>Kharif Sugarcane averages 53.46 t/ha.</a:t>
            </a:r>
          </a:p>
          <a:p>
            <a:pPr>
              <a:spcAft>
                <a:spcPts val="900"/>
              </a:spcAft>
              <a:defRPr sz="1350">
                <a:solidFill>
                  <a:srgbClr val="373D44"/>
                </a:solidFill>
              </a:defRPr>
            </a:pPr>
            <a:r>
              <a:t>Maize and Rice are among the stronger non-sugarcane crops.</a:t>
            </a:r>
          </a:p>
        </p:txBody>
      </p:sp>
    </p:spTree>
    <p:extLst>
      <p:ext uri="{BB962C8B-B14F-4D97-AF65-F5344CB8AC3E}">
        <p14:creationId xmlns:p14="http://schemas.microsoft.com/office/powerpoint/2010/main" val="16989017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05AC1B-54F8-474D-6B86-CF23FDF34B0B}"/>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E9D7CE81-8696-30A4-F33E-B4B569D3502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15FD49EE-0956-AAE3-737B-15F7D4267C1A}"/>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D224F8B1-34DD-5A54-7F70-25EBA532E6E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algn="l">
              <a:defRPr sz="1550" b="1">
                <a:solidFill>
                  <a:srgbClr val="193153"/>
                </a:solidFill>
              </a:defRPr>
            </a:pPr>
            <a:r>
              <a:t>Result 3 — Average Resource Usage by Season</a:t>
            </a:r>
            <a:endParaRPr lang="en-GB" sz="2000" dirty="0"/>
          </a:p>
        </p:txBody>
      </p:sp>
      <p:sp>
        <p:nvSpPr>
          <p:cNvPr id="8" name="Text Placeholder 30">
            <a:extLst>
              <a:ext uri="{FF2B5EF4-FFF2-40B4-BE49-F238E27FC236}">
                <a16:creationId xmlns:a16="http://schemas.microsoft.com/office/drawing/2014/main" id="{25A36120-3EFF-6A69-8D23-42BFD883ADDA}"/>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algn="l">
              <a:defRPr sz="1250" b="0">
                <a:solidFill>
                  <a:srgbClr val="697078"/>
                </a:solidFill>
              </a:defRPr>
            </a:pPr>
            <a:r>
              <a:t>Key findings from notebook analysis</a:t>
            </a:r>
            <a:endParaRPr lang="en-GB" sz="2000" dirty="0"/>
          </a:p>
        </p:txBody>
      </p:sp>
      <p:pic>
        <p:nvPicPr>
          <p:cNvPr id="31" name="Picture 30" descr="Screenshot 2026-09-15 034210.png"/>
          <p:cNvPicPr>
            <a:picLocks noChangeAspect="1"/>
          </p:cNvPicPr>
          <p:nvPr/>
        </p:nvPicPr>
        <p:blipFill>
          <a:blip r:embed="rId3"/>
          <a:stretch>
            <a:fillRect/>
          </a:stretch>
        </p:blipFill>
        <p:spPr>
          <a:xfrm>
            <a:off x="594360" y="1874519"/>
            <a:ext cx="6995160" cy="4251960"/>
          </a:xfrm>
          <a:prstGeom prst="rect">
            <a:avLst/>
          </a:prstGeom>
        </p:spPr>
      </p:pic>
      <p:sp>
        <p:nvSpPr>
          <p:cNvPr id="32" name="Rounded Rectangle 31"/>
          <p:cNvSpPr/>
          <p:nvPr/>
        </p:nvSpPr>
        <p:spPr>
          <a:xfrm>
            <a:off x="7818120" y="1874519"/>
            <a:ext cx="3703320" cy="4251960"/>
          </a:xfrm>
          <a:prstGeom prst="roundRect">
            <a:avLst/>
          </a:prstGeom>
          <a:solidFill>
            <a:srgbClr val="F5F7FA"/>
          </a:solidFill>
          <a:ln>
            <a:solidFill>
              <a:srgbClr val="DC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8019288" y="2039112"/>
            <a:ext cx="3300984" cy="411480"/>
          </a:xfrm>
          <a:prstGeom prst="rect">
            <a:avLst/>
          </a:prstGeom>
          <a:noFill/>
        </p:spPr>
        <p:txBody>
          <a:bodyPr wrap="none">
            <a:spAutoFit/>
          </a:bodyPr>
          <a:lstStyle/>
          <a:p>
            <a:pPr algn="l">
              <a:defRPr sz="1700" b="1">
                <a:solidFill>
                  <a:srgbClr val="193153"/>
                </a:solidFill>
              </a:defRPr>
            </a:pPr>
            <a:r>
              <a:t>Key Insight</a:t>
            </a:r>
          </a:p>
        </p:txBody>
      </p:sp>
      <p:sp>
        <p:nvSpPr>
          <p:cNvPr id="34" name="TextBox 33"/>
          <p:cNvSpPr txBox="1"/>
          <p:nvPr/>
        </p:nvSpPr>
        <p:spPr>
          <a:xfrm>
            <a:off x="8046720" y="2560320"/>
            <a:ext cx="3246120" cy="3429000"/>
          </a:xfrm>
          <a:prstGeom prst="rect">
            <a:avLst/>
          </a:prstGeom>
          <a:noFill/>
        </p:spPr>
        <p:txBody>
          <a:bodyPr wrap="square">
            <a:spAutoFit/>
          </a:bodyPr>
          <a:lstStyle/>
          <a:p>
            <a:pPr>
              <a:spcAft>
                <a:spcPts val="900"/>
              </a:spcAft>
              <a:defRPr sz="1350">
                <a:solidFill>
                  <a:srgbClr val="373D44"/>
                </a:solidFill>
              </a:defRPr>
            </a:pPr>
            <a:r>
              <a:t>Kharif has the highest water-use efficiency: 5.89 t/1000 m³.</a:t>
            </a:r>
          </a:p>
          <a:p>
            <a:pPr>
              <a:spcAft>
                <a:spcPts val="900"/>
              </a:spcAft>
              <a:defRPr sz="1350">
                <a:solidFill>
                  <a:srgbClr val="373D44"/>
                </a:solidFill>
              </a:defRPr>
            </a:pPr>
            <a:r>
              <a:t>Zaid has the lowest efficiency: 4.41 t/1000 m³.</a:t>
            </a:r>
          </a:p>
          <a:p>
            <a:pPr>
              <a:spcAft>
                <a:spcPts val="900"/>
              </a:spcAft>
              <a:defRPr sz="1350">
                <a:solidFill>
                  <a:srgbClr val="373D44"/>
                </a:solidFill>
              </a:defRPr>
            </a:pPr>
            <a:r>
              <a:t>Zaid also has the highest average water usage: 6,419.89 m³.</a:t>
            </a:r>
          </a:p>
          <a:p>
            <a:pPr>
              <a:spcAft>
                <a:spcPts val="900"/>
              </a:spcAft>
              <a:defRPr sz="1350">
                <a:solidFill>
                  <a:srgbClr val="373D44"/>
                </a:solidFill>
              </a:defRPr>
            </a:pPr>
            <a:r>
              <a:t>Resource efficiency should therefore be considered with yield and profit.</a:t>
            </a:r>
          </a:p>
        </p:txBody>
      </p:sp>
    </p:spTree>
    <p:extLst>
      <p:ext uri="{BB962C8B-B14F-4D97-AF65-F5344CB8AC3E}">
        <p14:creationId xmlns:p14="http://schemas.microsoft.com/office/powerpoint/2010/main" val="1903979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030C45-6A74-29AD-A5C0-D5F36592DB69}"/>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9E7611FF-D6E5-400F-ED75-6F5531CFA95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9E35150-35BD-1B1F-9A8C-890DBFDF3B54}"/>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5A2A9BCE-A757-223C-2A3D-44341FB27A6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algn="l">
              <a:defRPr sz="1550" b="1">
                <a:solidFill>
                  <a:srgbClr val="193153"/>
                </a:solidFill>
              </a:defRPr>
            </a:pPr>
            <a:r>
              <a:t>Result 4 — Statistical Analysis: Profit by Season</a:t>
            </a:r>
            <a:endParaRPr lang="en-GB" sz="2000" dirty="0"/>
          </a:p>
        </p:txBody>
      </p:sp>
      <p:sp>
        <p:nvSpPr>
          <p:cNvPr id="8" name="Text Placeholder 30">
            <a:extLst>
              <a:ext uri="{FF2B5EF4-FFF2-40B4-BE49-F238E27FC236}">
                <a16:creationId xmlns:a16="http://schemas.microsoft.com/office/drawing/2014/main" id="{1EED58A7-2CD5-1355-8D1D-DD62A1ED8CB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algn="l">
              <a:defRPr sz="1250" b="0">
                <a:solidFill>
                  <a:srgbClr val="697078"/>
                </a:solidFill>
              </a:defRPr>
            </a:pPr>
            <a:r>
              <a:t>Key findings from notebook analysis</a:t>
            </a:r>
            <a:endParaRPr lang="en-GB" sz="2000" dirty="0"/>
          </a:p>
        </p:txBody>
      </p:sp>
      <p:pic>
        <p:nvPicPr>
          <p:cNvPr id="31" name="Picture 30" descr="Screenshot 2026-09-15 034341.png"/>
          <p:cNvPicPr>
            <a:picLocks noChangeAspect="1"/>
          </p:cNvPicPr>
          <p:nvPr/>
        </p:nvPicPr>
        <p:blipFill>
          <a:blip r:embed="rId3"/>
          <a:stretch>
            <a:fillRect/>
          </a:stretch>
        </p:blipFill>
        <p:spPr>
          <a:xfrm>
            <a:off x="594360" y="2080704"/>
            <a:ext cx="6995160" cy="4251960"/>
          </a:xfrm>
          <a:prstGeom prst="rect">
            <a:avLst/>
          </a:prstGeom>
        </p:spPr>
      </p:pic>
      <p:sp>
        <p:nvSpPr>
          <p:cNvPr id="32" name="Rounded Rectangle 31"/>
          <p:cNvSpPr/>
          <p:nvPr/>
        </p:nvSpPr>
        <p:spPr>
          <a:xfrm>
            <a:off x="7818120" y="1874519"/>
            <a:ext cx="3703320" cy="4251960"/>
          </a:xfrm>
          <a:prstGeom prst="roundRect">
            <a:avLst/>
          </a:prstGeom>
          <a:solidFill>
            <a:srgbClr val="F5F7FA"/>
          </a:solidFill>
          <a:ln>
            <a:solidFill>
              <a:srgbClr val="DC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8019288" y="2039112"/>
            <a:ext cx="3300984" cy="411480"/>
          </a:xfrm>
          <a:prstGeom prst="rect">
            <a:avLst/>
          </a:prstGeom>
          <a:noFill/>
        </p:spPr>
        <p:txBody>
          <a:bodyPr wrap="none">
            <a:spAutoFit/>
          </a:bodyPr>
          <a:lstStyle/>
          <a:p>
            <a:pPr algn="l">
              <a:defRPr sz="1700" b="1">
                <a:solidFill>
                  <a:srgbClr val="193153"/>
                </a:solidFill>
              </a:defRPr>
            </a:pPr>
            <a:r>
              <a:t>Key Insight</a:t>
            </a:r>
          </a:p>
        </p:txBody>
      </p:sp>
      <p:sp>
        <p:nvSpPr>
          <p:cNvPr id="34" name="TextBox 33"/>
          <p:cNvSpPr txBox="1"/>
          <p:nvPr/>
        </p:nvSpPr>
        <p:spPr>
          <a:xfrm>
            <a:off x="8046720" y="2560320"/>
            <a:ext cx="3246120" cy="3429000"/>
          </a:xfrm>
          <a:prstGeom prst="rect">
            <a:avLst/>
          </a:prstGeom>
          <a:noFill/>
        </p:spPr>
        <p:txBody>
          <a:bodyPr wrap="square">
            <a:spAutoFit/>
          </a:bodyPr>
          <a:lstStyle/>
          <a:p>
            <a:pPr>
              <a:spcAft>
                <a:spcPts val="900"/>
              </a:spcAft>
              <a:defRPr sz="1350">
                <a:solidFill>
                  <a:srgbClr val="373D44"/>
                </a:solidFill>
              </a:defRPr>
            </a:pPr>
            <a:r>
              <a:t>ANOVA F-statistic = 34.2918.</a:t>
            </a:r>
          </a:p>
          <a:p>
            <a:pPr>
              <a:spcAft>
                <a:spcPts val="900"/>
              </a:spcAft>
              <a:defRPr sz="1350">
                <a:solidFill>
                  <a:srgbClr val="373D44"/>
                </a:solidFill>
              </a:defRPr>
            </a:pPr>
            <a:r>
              <a:t>p-value = 1.71 × 10⁻¹⁵, below the 5% significance level.</a:t>
            </a:r>
          </a:p>
          <a:p>
            <a:pPr>
              <a:spcAft>
                <a:spcPts val="900"/>
              </a:spcAft>
              <a:defRPr sz="1350">
                <a:solidFill>
                  <a:srgbClr val="373D44"/>
                </a:solidFill>
              </a:defRPr>
            </a:pPr>
            <a:r>
              <a:t>Therefore, seasonal differences in profit are statistically significant.</a:t>
            </a:r>
          </a:p>
          <a:p>
            <a:pPr>
              <a:spcAft>
                <a:spcPts val="900"/>
              </a:spcAft>
              <a:defRPr sz="1350">
                <a:solidFill>
                  <a:srgbClr val="373D44"/>
                </a:solidFill>
              </a:defRPr>
            </a:pPr>
            <a:r>
              <a:t>Pairwise Welch tests also show significant profit differences between each season pair.</a:t>
            </a:r>
          </a:p>
        </p:txBody>
      </p:sp>
    </p:spTree>
    <p:extLst>
      <p:ext uri="{BB962C8B-B14F-4D97-AF65-F5344CB8AC3E}">
        <p14:creationId xmlns:p14="http://schemas.microsoft.com/office/powerpoint/2010/main" val="14215222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E94ED-1743-306E-1CA1-9410A2B50996}"/>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04506C61-5206-F1DF-9994-DED24DFB1C6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B097C2C-D75A-31D4-CD9F-366F39CDE51D}"/>
              </a:ext>
            </a:extLst>
          </p:cNvPr>
          <p:cNvSpPr>
            <a:spLocks noGrp="1"/>
          </p:cNvSpPr>
          <p:nvPr>
            <p:ph type="title"/>
          </p:nvPr>
        </p:nvSpPr>
        <p:spPr>
          <a:xfrm>
            <a:off x="675957" y="370589"/>
            <a:ext cx="4735798" cy="830997"/>
          </a:xfrm>
        </p:spPr>
        <p:txBody>
          <a:bodyPr>
            <a:normAutofit/>
          </a:bodyPr>
          <a:lstStyle/>
          <a:p>
            <a:pPr algn="l">
              <a:defRPr sz="2200" b="1">
                <a:solidFill>
                  <a:srgbClr val="193153"/>
                </a:solidFill>
              </a:defRPr>
            </a:pPr>
            <a:r>
              <a:t>Future Scope</a:t>
            </a:r>
          </a:p>
        </p:txBody>
      </p:sp>
      <p:sp>
        <p:nvSpPr>
          <p:cNvPr id="7" name="Text Placeholder 30">
            <a:extLst>
              <a:ext uri="{FF2B5EF4-FFF2-40B4-BE49-F238E27FC236}">
                <a16:creationId xmlns:a16="http://schemas.microsoft.com/office/drawing/2014/main" id="{B7444DDE-63A3-9721-77CC-C93FED110DAF}"/>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2C8A8B73-0C64-E012-F561-D7FE5E322230}"/>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24" name="Rounded Rectangle 23"/>
          <p:cNvSpPr/>
          <p:nvPr/>
        </p:nvSpPr>
        <p:spPr>
          <a:xfrm>
            <a:off x="685800" y="1508760"/>
            <a:ext cx="5257800" cy="4297680"/>
          </a:xfrm>
          <a:prstGeom prst="roundRect">
            <a:avLst/>
          </a:prstGeom>
          <a:solidFill>
            <a:srgbClr val="F5F7FA"/>
          </a:solidFill>
          <a:ln>
            <a:solidFill>
              <a:srgbClr val="DC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86968" y="1673351"/>
            <a:ext cx="4855464" cy="411480"/>
          </a:xfrm>
          <a:prstGeom prst="rect">
            <a:avLst/>
          </a:prstGeom>
          <a:noFill/>
        </p:spPr>
        <p:txBody>
          <a:bodyPr wrap="none">
            <a:spAutoFit/>
          </a:bodyPr>
          <a:lstStyle/>
          <a:p>
            <a:pPr algn="l">
              <a:defRPr sz="1700" b="1">
                <a:solidFill>
                  <a:srgbClr val="193153"/>
                </a:solidFill>
              </a:defRPr>
            </a:pPr>
            <a:r>
              <a:t>Advanced Analytics</a:t>
            </a:r>
          </a:p>
        </p:txBody>
      </p:sp>
      <p:sp>
        <p:nvSpPr>
          <p:cNvPr id="26" name="TextBox 25"/>
          <p:cNvSpPr txBox="1"/>
          <p:nvPr/>
        </p:nvSpPr>
        <p:spPr>
          <a:xfrm>
            <a:off x="914400" y="2194560"/>
            <a:ext cx="4800600" cy="3474720"/>
          </a:xfrm>
          <a:prstGeom prst="rect">
            <a:avLst/>
          </a:prstGeom>
          <a:noFill/>
        </p:spPr>
        <p:txBody>
          <a:bodyPr wrap="square">
            <a:spAutoFit/>
          </a:bodyPr>
          <a:lstStyle/>
          <a:p>
            <a:pPr>
              <a:spcAft>
                <a:spcPts val="900"/>
              </a:spcAft>
              <a:defRPr sz="1350">
                <a:solidFill>
                  <a:srgbClr val="373D44"/>
                </a:solidFill>
              </a:defRPr>
            </a:pPr>
            <a:r>
              <a:t>Predictive models for yield and profitability.</a:t>
            </a:r>
          </a:p>
          <a:p>
            <a:pPr>
              <a:spcAft>
                <a:spcPts val="900"/>
              </a:spcAft>
              <a:defRPr sz="1350">
                <a:solidFill>
                  <a:srgbClr val="373D44"/>
                </a:solidFill>
              </a:defRPr>
            </a:pPr>
            <a:r>
              <a:t>Crop- and region-specific recommendation systems.</a:t>
            </a:r>
          </a:p>
          <a:p>
            <a:pPr>
              <a:spcAft>
                <a:spcPts val="900"/>
              </a:spcAft>
              <a:defRPr sz="1350">
                <a:solidFill>
                  <a:srgbClr val="373D44"/>
                </a:solidFill>
              </a:defRPr>
            </a:pPr>
            <a:r>
              <a:t>Time-series analysis using multi-year agricultural data.</a:t>
            </a:r>
          </a:p>
        </p:txBody>
      </p:sp>
      <p:sp>
        <p:nvSpPr>
          <p:cNvPr id="27" name="Rounded Rectangle 26"/>
          <p:cNvSpPr/>
          <p:nvPr/>
        </p:nvSpPr>
        <p:spPr>
          <a:xfrm>
            <a:off x="6217920" y="1508760"/>
            <a:ext cx="5257800" cy="4297680"/>
          </a:xfrm>
          <a:prstGeom prst="roundRect">
            <a:avLst/>
          </a:prstGeom>
          <a:solidFill>
            <a:srgbClr val="F5F7FA"/>
          </a:solidFill>
          <a:ln>
            <a:solidFill>
              <a:srgbClr val="DCE0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6419088" y="1673351"/>
            <a:ext cx="4855464" cy="411480"/>
          </a:xfrm>
          <a:prstGeom prst="rect">
            <a:avLst/>
          </a:prstGeom>
          <a:noFill/>
        </p:spPr>
        <p:txBody>
          <a:bodyPr wrap="none">
            <a:spAutoFit/>
          </a:bodyPr>
          <a:lstStyle/>
          <a:p>
            <a:pPr algn="l">
              <a:defRPr sz="1700" b="1">
                <a:solidFill>
                  <a:srgbClr val="193153"/>
                </a:solidFill>
              </a:defRPr>
            </a:pPr>
            <a:r>
              <a:t>Decision Support</a:t>
            </a:r>
          </a:p>
        </p:txBody>
      </p:sp>
      <p:sp>
        <p:nvSpPr>
          <p:cNvPr id="29" name="TextBox 28"/>
          <p:cNvSpPr txBox="1"/>
          <p:nvPr/>
        </p:nvSpPr>
        <p:spPr>
          <a:xfrm>
            <a:off x="6446520" y="2194560"/>
            <a:ext cx="4800600" cy="3474720"/>
          </a:xfrm>
          <a:prstGeom prst="rect">
            <a:avLst/>
          </a:prstGeom>
          <a:noFill/>
        </p:spPr>
        <p:txBody>
          <a:bodyPr wrap="square">
            <a:spAutoFit/>
          </a:bodyPr>
          <a:lstStyle/>
          <a:p>
            <a:pPr>
              <a:spcAft>
                <a:spcPts val="900"/>
              </a:spcAft>
              <a:defRPr sz="1350">
                <a:solidFill>
                  <a:srgbClr val="373D44"/>
                </a:solidFill>
              </a:defRPr>
            </a:pPr>
            <a:r>
              <a:t>Geospatial mapping of district/state performance.</a:t>
            </a:r>
          </a:p>
          <a:p>
            <a:pPr>
              <a:spcAft>
                <a:spcPts val="900"/>
              </a:spcAft>
              <a:defRPr sz="1350">
                <a:solidFill>
                  <a:srgbClr val="373D44"/>
                </a:solidFill>
              </a:defRPr>
            </a:pPr>
            <a:r>
              <a:t>Integration of weather forecasts and real-time farm data.</a:t>
            </a:r>
          </a:p>
          <a:p>
            <a:pPr>
              <a:spcAft>
                <a:spcPts val="900"/>
              </a:spcAft>
              <a:defRPr sz="1350">
                <a:solidFill>
                  <a:srgbClr val="373D44"/>
                </a:solidFill>
              </a:defRPr>
            </a:pPr>
            <a:r>
              <a:t>Interactive dashboard for farmers and agricultural planners.</a:t>
            </a:r>
          </a:p>
        </p:txBody>
      </p:sp>
    </p:spTree>
    <p:extLst>
      <p:ext uri="{BB962C8B-B14F-4D97-AF65-F5344CB8AC3E}">
        <p14:creationId xmlns:p14="http://schemas.microsoft.com/office/powerpoint/2010/main" val="7768281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7316CE-193E-3D5D-C15A-98517303A13F}"/>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3D44118A-0276-9E2F-E0E8-85CEE9F1E0C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01A2257-2F98-CB88-038E-C0F1D0A1A363}"/>
              </a:ext>
            </a:extLst>
          </p:cNvPr>
          <p:cNvSpPr>
            <a:spLocks noGrp="1"/>
          </p:cNvSpPr>
          <p:nvPr>
            <p:ph type="title"/>
          </p:nvPr>
        </p:nvSpPr>
        <p:spPr>
          <a:xfrm>
            <a:off x="675957" y="370589"/>
            <a:ext cx="4735798" cy="830997"/>
          </a:xfrm>
        </p:spPr>
        <p:txBody>
          <a:bodyPr>
            <a:normAutofit/>
          </a:bodyPr>
          <a:lstStyle/>
          <a:p>
            <a:r>
              <a:rPr lang="en-IN" sz="4000" dirty="0"/>
              <a:t>GitHub Link-</a:t>
            </a:r>
          </a:p>
        </p:txBody>
      </p:sp>
      <p:sp>
        <p:nvSpPr>
          <p:cNvPr id="7" name="Text Placeholder 30">
            <a:extLst>
              <a:ext uri="{FF2B5EF4-FFF2-40B4-BE49-F238E27FC236}">
                <a16:creationId xmlns:a16="http://schemas.microsoft.com/office/drawing/2014/main" id="{AF1C8809-654A-4DD1-BB18-87B8B6C020B9}"/>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0F7D0B46-DEEA-1B5E-FE84-59D11F3B110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3" name="TextBox 2">
            <a:extLst>
              <a:ext uri="{FF2B5EF4-FFF2-40B4-BE49-F238E27FC236}">
                <a16:creationId xmlns:a16="http://schemas.microsoft.com/office/drawing/2014/main" id="{5F0B37E4-66B1-8633-7266-68B321742757}"/>
              </a:ext>
            </a:extLst>
          </p:cNvPr>
          <p:cNvSpPr txBox="1"/>
          <p:nvPr/>
        </p:nvSpPr>
        <p:spPr>
          <a:xfrm>
            <a:off x="1545685" y="1295118"/>
            <a:ext cx="7232875" cy="830997"/>
          </a:xfrm>
          <a:prstGeom prst="rect">
            <a:avLst/>
          </a:prstGeom>
          <a:noFill/>
        </p:spPr>
        <p:txBody>
          <a:bodyPr wrap="square">
            <a:spAutoFit/>
          </a:bodyPr>
          <a:lstStyle/>
          <a:p>
            <a:r>
              <a:rPr lang="en-US" sz="2400" i="1" u="sng" dirty="0"/>
              <a:t>https://github.com/Damon00007/Seasonal-Agriculture-Performance-Analysis</a:t>
            </a:r>
          </a:p>
        </p:txBody>
      </p:sp>
    </p:spTree>
    <p:extLst>
      <p:ext uri="{BB962C8B-B14F-4D97-AF65-F5344CB8AC3E}">
        <p14:creationId xmlns:p14="http://schemas.microsoft.com/office/powerpoint/2010/main" val="38636104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866297-EA5A-44FA-6968-26D32B9B1EAC}"/>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5B12FC48-BC6E-8635-A49E-73EF17CEDC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42B692F6-18B4-BC16-EA0C-48FFBD5621DF}"/>
              </a:ext>
            </a:extLst>
          </p:cNvPr>
          <p:cNvSpPr>
            <a:spLocks noGrp="1"/>
          </p:cNvSpPr>
          <p:nvPr>
            <p:ph type="title"/>
          </p:nvPr>
        </p:nvSpPr>
        <p:spPr>
          <a:xfrm>
            <a:off x="675957" y="370589"/>
            <a:ext cx="8351388" cy="884658"/>
          </a:xfrm>
        </p:spPr>
        <p:txBody>
          <a:bodyPr>
            <a:normAutofit fontScale="90000"/>
          </a:bodyPr>
          <a:lstStyle/>
          <a:p>
            <a:r>
              <a:rPr lang="en-IN" sz="3200" dirty="0"/>
              <a:t>VOIS Course completion certificate - </a:t>
            </a:r>
            <a:br>
              <a:rPr lang="en-IN" sz="3200" dirty="0"/>
            </a:br>
            <a:r>
              <a:rPr lang="en-IN" sz="3200" dirty="0"/>
              <a:t>Course name- Data Visualization </a:t>
            </a:r>
          </a:p>
        </p:txBody>
      </p:sp>
      <p:sp>
        <p:nvSpPr>
          <p:cNvPr id="7" name="Text Placeholder 30">
            <a:extLst>
              <a:ext uri="{FF2B5EF4-FFF2-40B4-BE49-F238E27FC236}">
                <a16:creationId xmlns:a16="http://schemas.microsoft.com/office/drawing/2014/main" id="{069BD300-7A70-B076-3B4C-43081E893162}"/>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8C1854F2-9914-C22F-FF0B-693CD1D0F966}"/>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3" name="Picture 2">
            <a:extLst>
              <a:ext uri="{FF2B5EF4-FFF2-40B4-BE49-F238E27FC236}">
                <a16:creationId xmlns:a16="http://schemas.microsoft.com/office/drawing/2014/main" id="{A8E8BCDF-BBF1-AC46-564F-0E5EAEF7DC21}"/>
              </a:ext>
            </a:extLst>
          </p:cNvPr>
          <p:cNvPicPr>
            <a:picLocks noChangeAspect="1"/>
          </p:cNvPicPr>
          <p:nvPr/>
        </p:nvPicPr>
        <p:blipFill>
          <a:blip r:embed="rId3"/>
          <a:stretch>
            <a:fillRect/>
          </a:stretch>
        </p:blipFill>
        <p:spPr>
          <a:xfrm>
            <a:off x="1167491" y="1702253"/>
            <a:ext cx="7511143" cy="3939268"/>
          </a:xfrm>
          <a:prstGeom prst="rect">
            <a:avLst/>
          </a:prstGeom>
        </p:spPr>
      </p:pic>
    </p:spTree>
    <p:extLst>
      <p:ext uri="{BB962C8B-B14F-4D97-AF65-F5344CB8AC3E}">
        <p14:creationId xmlns:p14="http://schemas.microsoft.com/office/powerpoint/2010/main" val="39628022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D88C20CF-C1EE-4092-B52D-FD4AB2AB2508}"/>
              </a:ext>
            </a:extLst>
          </p:cNvPr>
          <p:cNvSpPr>
            <a:spLocks noGrp="1"/>
          </p:cNvSpPr>
          <p:nvPr>
            <p:ph type="title"/>
          </p:nvPr>
        </p:nvSpPr>
        <p:spPr>
          <a:xfrm>
            <a:off x="432000" y="647699"/>
            <a:ext cx="11340000" cy="1431651"/>
          </a:xfrm>
          <a:prstGeom prst="rect">
            <a:avLst/>
          </a:prstGeom>
        </p:spPr>
        <p:txBody>
          <a:bodyPr anchor="ctr">
            <a:normAutofit/>
          </a:bodyPr>
          <a:lstStyle/>
          <a:p>
            <a:pPr algn="ctr"/>
            <a:r>
              <a:rPr lang="en-US" sz="4800" b="1" dirty="0">
                <a:solidFill>
                  <a:schemeClr val="tx1"/>
                </a:solidFill>
              </a:rPr>
              <a:t>Thank you</a:t>
            </a:r>
          </a:p>
        </p:txBody>
      </p:sp>
      <p:sp>
        <p:nvSpPr>
          <p:cNvPr id="31" name="Text Placeholder 30">
            <a:extLst>
              <a:ext uri="{FF2B5EF4-FFF2-40B4-BE49-F238E27FC236}">
                <a16:creationId xmlns:a16="http://schemas.microsoft.com/office/drawing/2014/main" id="{97AB1F14-3A1E-4057-A473-9975BA59F012}"/>
              </a:ext>
            </a:extLst>
          </p:cNvPr>
          <p:cNvSpPr>
            <a:spLocks noGrp="1"/>
          </p:cNvSpPr>
          <p:nvPr>
            <p:ph type="body" sz="quarter" idx="13"/>
          </p:nvPr>
        </p:nvSpPr>
        <p:spPr>
          <a:xfrm>
            <a:off x="3727865" y="4641925"/>
            <a:ext cx="2139695" cy="1108635"/>
          </a:xfrm>
        </p:spPr>
        <p:txBody>
          <a:bodyPr>
            <a:normAutofit/>
          </a:bodyPr>
          <a:lstStyle/>
          <a:p>
            <a:r>
              <a:rPr lang="en-US" dirty="0"/>
              <a:t>.</a:t>
            </a:r>
          </a:p>
        </p:txBody>
      </p:sp>
      <p:sp>
        <p:nvSpPr>
          <p:cNvPr id="17" name="Text Placeholder 28">
            <a:extLst>
              <a:ext uri="{FF2B5EF4-FFF2-40B4-BE49-F238E27FC236}">
                <a16:creationId xmlns:a16="http://schemas.microsoft.com/office/drawing/2014/main" id="{E212CE24-374D-44D0-8F39-0F5A36E42ED7}"/>
              </a:ext>
            </a:extLst>
          </p:cNvPr>
          <p:cNvSpPr txBox="1">
            <a:spLocks/>
          </p:cNvSpPr>
          <p:nvPr/>
        </p:nvSpPr>
        <p:spPr>
          <a:xfrm>
            <a:off x="878337" y="4134780"/>
            <a:ext cx="2596574" cy="453919"/>
          </a:xfrm>
          <a:prstGeom prst="rect">
            <a:avLst/>
          </a:prstGeom>
        </p:spPr>
        <p:txBody>
          <a:bodyPr vert="horz" lIns="91440" tIns="45720" rIns="91440" bIns="45720" rtlCol="0">
            <a:normAutofit lnSpcReduction="10000"/>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400" dirty="0"/>
          </a:p>
        </p:txBody>
      </p:sp>
      <p:sp>
        <p:nvSpPr>
          <p:cNvPr id="20" name="Text Placeholder 28">
            <a:extLst>
              <a:ext uri="{FF2B5EF4-FFF2-40B4-BE49-F238E27FC236}">
                <a16:creationId xmlns:a16="http://schemas.microsoft.com/office/drawing/2014/main" id="{A09A5BC1-0E62-4E6B-A590-951A87D4B4FE}"/>
              </a:ext>
            </a:extLst>
          </p:cNvPr>
          <p:cNvSpPr txBox="1">
            <a:spLocks/>
          </p:cNvSpPr>
          <p:nvPr/>
        </p:nvSpPr>
        <p:spPr>
          <a:xfrm>
            <a:off x="5353508" y="3962573"/>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23" name="Text Placeholder 28">
            <a:extLst>
              <a:ext uri="{FF2B5EF4-FFF2-40B4-BE49-F238E27FC236}">
                <a16:creationId xmlns:a16="http://schemas.microsoft.com/office/drawing/2014/main" id="{9E6B148F-F3B6-4E6B-9B85-645C039858E8}"/>
              </a:ext>
            </a:extLst>
          </p:cNvPr>
          <p:cNvSpPr txBox="1">
            <a:spLocks/>
          </p:cNvSpPr>
          <p:nvPr/>
        </p:nvSpPr>
        <p:spPr>
          <a:xfrm>
            <a:off x="7789163" y="3962572"/>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30" name="Text Placeholder 30">
            <a:extLst>
              <a:ext uri="{FF2B5EF4-FFF2-40B4-BE49-F238E27FC236}">
                <a16:creationId xmlns:a16="http://schemas.microsoft.com/office/drawing/2014/main" id="{D3BF02F6-2753-476A-8046-A85AE3A49748}"/>
              </a:ext>
            </a:extLst>
          </p:cNvPr>
          <p:cNvSpPr txBox="1">
            <a:spLocks/>
          </p:cNvSpPr>
          <p:nvPr/>
        </p:nvSpPr>
        <p:spPr>
          <a:xfrm>
            <a:off x="6096000"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dirty="0"/>
          </a:p>
        </p:txBody>
      </p:sp>
      <p:sp>
        <p:nvSpPr>
          <p:cNvPr id="32" name="Text Placeholder 30">
            <a:extLst>
              <a:ext uri="{FF2B5EF4-FFF2-40B4-BE49-F238E27FC236}">
                <a16:creationId xmlns:a16="http://schemas.microsoft.com/office/drawing/2014/main" id="{B993AB29-3A3A-4473-8AC8-86E859C97321}"/>
              </a:ext>
            </a:extLst>
          </p:cNvPr>
          <p:cNvSpPr txBox="1">
            <a:spLocks/>
          </p:cNvSpPr>
          <p:nvPr/>
        </p:nvSpPr>
        <p:spPr>
          <a:xfrm>
            <a:off x="8591363"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GB" dirty="0"/>
              <a:t>.</a:t>
            </a:r>
          </a:p>
        </p:txBody>
      </p:sp>
      <p:pic>
        <p:nvPicPr>
          <p:cNvPr id="15" name="Picture 14">
            <a:extLst>
              <a:ext uri="{FF2B5EF4-FFF2-40B4-BE49-F238E27FC236}">
                <a16:creationId xmlns:a16="http://schemas.microsoft.com/office/drawing/2014/main" id="{BD3F9E86-2FB3-4DB3-9343-59D594F350A0}"/>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12" name="Text Placeholder 11">
            <a:extLst>
              <a:ext uri="{FF2B5EF4-FFF2-40B4-BE49-F238E27FC236}">
                <a16:creationId xmlns:a16="http://schemas.microsoft.com/office/drawing/2014/main" id="{BC277FD7-925B-4C3D-A364-118403201507}"/>
              </a:ext>
            </a:extLst>
          </p:cNvPr>
          <p:cNvSpPr>
            <a:spLocks noGrp="1"/>
          </p:cNvSpPr>
          <p:nvPr>
            <p:ph type="body" sz="quarter" idx="12"/>
          </p:nvPr>
        </p:nvSpPr>
        <p:spPr>
          <a:xfrm>
            <a:off x="2975013" y="2645229"/>
            <a:ext cx="6838458" cy="1661656"/>
          </a:xfrm>
        </p:spPr>
        <p:txBody>
          <a:bodyPr>
            <a:noAutofit/>
          </a:bodyPr>
          <a:lstStyle/>
          <a:p>
            <a:r>
              <a:rPr lang="en-IN" sz="2800" dirty="0"/>
              <a:t>Thanking You For Your Time And Attention.</a:t>
            </a:r>
          </a:p>
          <a:p>
            <a:r>
              <a:rPr lang="en-IN" sz="2800" dirty="0"/>
              <a:t>Questions &amp; Discussions</a:t>
            </a:r>
          </a:p>
        </p:txBody>
      </p:sp>
    </p:spTree>
    <p:extLst>
      <p:ext uri="{BB962C8B-B14F-4D97-AF65-F5344CB8AC3E}">
        <p14:creationId xmlns:p14="http://schemas.microsoft.com/office/powerpoint/2010/main" val="3401748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par>
                    <p:cTn id="10" fill="hold">
                      <p:stCondLst>
                        <p:cond delay="indefinite"/>
                      </p:stCondLst>
                      <p:childTnLst>
                        <p:par>
                          <p:cTn id="11" fill="hold">
                            <p:stCondLst>
                              <p:cond delay="0"/>
                            </p:stCondLst>
                            <p:childTnLst>
                              <p:par>
                                <p:cTn id="12" presetID="12" presetClass="entr" presetSubtype="4" fill="hold" grpId="0" nodeType="clickEffect" nodePh="1">
                                  <p:stCondLst>
                                    <p:cond delay="0"/>
                                  </p:stCondLst>
                                  <p:endCondLst>
                                    <p:cond evt="begin" delay="0">
                                      <p:tn val="12"/>
                                    </p:cond>
                                  </p:endCondLst>
                                  <p:childTnLst>
                                    <p:set>
                                      <p:cBhvr>
                                        <p:cTn id="13" dur="1" fill="hold">
                                          <p:stCondLst>
                                            <p:cond delay="0"/>
                                          </p:stCondLst>
                                        </p:cTn>
                                        <p:tgtEl>
                                          <p:spTgt spid="17"/>
                                        </p:tgtEl>
                                        <p:attrNameLst>
                                          <p:attrName>style.visibility</p:attrName>
                                        </p:attrNameLst>
                                      </p:cBhvr>
                                      <p:to>
                                        <p:strVal val="visible"/>
                                      </p:to>
                                    </p:set>
                                    <p:anim calcmode="lin" valueType="num">
                                      <p:cBhvr additive="base">
                                        <p:cTn id="14" dur="500"/>
                                        <p:tgtEl>
                                          <p:spTgt spid="17"/>
                                        </p:tgtEl>
                                        <p:attrNameLst>
                                          <p:attrName>ppt_y</p:attrName>
                                        </p:attrNameLst>
                                      </p:cBhvr>
                                      <p:tavLst>
                                        <p:tav tm="0">
                                          <p:val>
                                            <p:strVal val="#ppt_y+#ppt_h*1.125000"/>
                                          </p:val>
                                        </p:tav>
                                        <p:tav tm="100000">
                                          <p:val>
                                            <p:strVal val="#ppt_y"/>
                                          </p:val>
                                        </p:tav>
                                      </p:tavLst>
                                    </p:anim>
                                    <p:animEffect transition="in" filter="wipe(up)">
                                      <p:cBhvr>
                                        <p:cTn id="15" dur="5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8" presetID="12" presetClass="entr" presetSubtype="4" fill="hold" grpId="0" nodeType="clickEffect">
                                  <p:stCondLst>
                                    <p:cond delay="0"/>
                                  </p:stCondLst>
                                  <p:childTnLst>
                                    <p:set>
                                      <p:cBhvr>
                                        <p:cTn id="19" dur="1" fill="hold">
                                          <p:stCondLst>
                                            <p:cond delay="0"/>
                                          </p:stCondLst>
                                        </p:cTn>
                                        <p:tgtEl>
                                          <p:spTgt spid="31">
                                            <p:txEl>
                                              <p:pRg st="0" end="0"/>
                                            </p:txEl>
                                          </p:spTgt>
                                        </p:tgtEl>
                                        <p:attrNameLst>
                                          <p:attrName>style.visibility</p:attrName>
                                        </p:attrNameLst>
                                      </p:cBhvr>
                                      <p:to>
                                        <p:strVal val="visible"/>
                                      </p:to>
                                    </p:set>
                                    <p:anim calcmode="lin" valueType="num">
                                      <p:cBhvr additive="base">
                                        <p:cTn id="20" dur="500"/>
                                        <p:tgtEl>
                                          <p:spTgt spid="31">
                                            <p:txEl>
                                              <p:pRg st="0" end="0"/>
                                            </p:txEl>
                                          </p:spTgt>
                                        </p:tgtEl>
                                        <p:attrNameLst>
                                          <p:attrName>ppt_y</p:attrName>
                                        </p:attrNameLst>
                                      </p:cBhvr>
                                      <p:tavLst>
                                        <p:tav tm="0">
                                          <p:val>
                                            <p:strVal val="#ppt_y+#ppt_h*1.125000"/>
                                          </p:val>
                                        </p:tav>
                                        <p:tav tm="100000">
                                          <p:val>
                                            <p:strVal val="#ppt_y"/>
                                          </p:val>
                                        </p:tav>
                                      </p:tavLst>
                                    </p:anim>
                                    <p:animEffect transition="in" filter="wipe(up)">
                                      <p:cBhvr>
                                        <p:cTn id="21" dur="500"/>
                                        <p:tgtEl>
                                          <p:spTgt spid="31">
                                            <p:txEl>
                                              <p:pRg st="0" end="0"/>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2" presetClass="entr" presetSubtype="4" fill="hold" grpId="0" nodeType="clickEffect" nodePh="1">
                                  <p:stCondLst>
                                    <p:cond delay="0"/>
                                  </p:stCondLst>
                                  <p:endCondLst>
                                    <p:cond evt="begin" delay="0">
                                      <p:tn val="24"/>
                                    </p:cond>
                                  </p:endCondLst>
                                  <p:childTnLst>
                                    <p:set>
                                      <p:cBhvr>
                                        <p:cTn id="25" dur="1" fill="hold">
                                          <p:stCondLst>
                                            <p:cond delay="0"/>
                                          </p:stCondLst>
                                        </p:cTn>
                                        <p:tgtEl>
                                          <p:spTgt spid="20"/>
                                        </p:tgtEl>
                                        <p:attrNameLst>
                                          <p:attrName>style.visibility</p:attrName>
                                        </p:attrNameLst>
                                      </p:cBhvr>
                                      <p:to>
                                        <p:strVal val="visible"/>
                                      </p:to>
                                    </p:set>
                                    <p:anim calcmode="lin" valueType="num">
                                      <p:cBhvr additive="base">
                                        <p:cTn id="26" dur="500"/>
                                        <p:tgtEl>
                                          <p:spTgt spid="20"/>
                                        </p:tgtEl>
                                        <p:attrNameLst>
                                          <p:attrName>ppt_y</p:attrName>
                                        </p:attrNameLst>
                                      </p:cBhvr>
                                      <p:tavLst>
                                        <p:tav tm="0">
                                          <p:val>
                                            <p:strVal val="#ppt_y+#ppt_h*1.125000"/>
                                          </p:val>
                                        </p:tav>
                                        <p:tav tm="100000">
                                          <p:val>
                                            <p:strVal val="#ppt_y"/>
                                          </p:val>
                                        </p:tav>
                                      </p:tavLst>
                                    </p:anim>
                                    <p:animEffect transition="in" filter="wipe(up)">
                                      <p:cBhvr>
                                        <p:cTn id="27" dur="500"/>
                                        <p:tgtEl>
                                          <p:spTgt spid="20"/>
                                        </p:tgtEl>
                                      </p:cBhvr>
                                    </p:animEffect>
                                  </p:childTnLst>
                                </p:cTn>
                              </p:par>
                            </p:childTnLst>
                          </p:cTn>
                        </p:par>
                      </p:childTnLst>
                    </p:cTn>
                  </p:par>
                  <p:par>
                    <p:cTn id="28" fill="hold">
                      <p:stCondLst>
                        <p:cond delay="indefinite"/>
                      </p:stCondLst>
                      <p:childTnLst>
                        <p:par>
                          <p:cTn id="29" fill="hold">
                            <p:stCondLst>
                              <p:cond delay="0"/>
                            </p:stCondLst>
                            <p:childTnLst>
                              <p:par>
                                <p:cTn id="30" presetID="12" presetClass="entr" presetSubtype="4" fill="hold" grpId="0" nodeType="clickEffect" nodePh="1">
                                  <p:stCondLst>
                                    <p:cond delay="0"/>
                                  </p:stCondLst>
                                  <p:endCondLst>
                                    <p:cond evt="begin" delay="0">
                                      <p:tn val="30"/>
                                    </p:cond>
                                  </p:endCondLst>
                                  <p:childTnLst>
                                    <p:set>
                                      <p:cBhvr>
                                        <p:cTn id="31" dur="1" fill="hold">
                                          <p:stCondLst>
                                            <p:cond delay="0"/>
                                          </p:stCondLst>
                                        </p:cTn>
                                        <p:tgtEl>
                                          <p:spTgt spid="30"/>
                                        </p:tgtEl>
                                        <p:attrNameLst>
                                          <p:attrName>style.visibility</p:attrName>
                                        </p:attrNameLst>
                                      </p:cBhvr>
                                      <p:to>
                                        <p:strVal val="visible"/>
                                      </p:to>
                                    </p:set>
                                    <p:anim calcmode="lin" valueType="num">
                                      <p:cBhvr additive="base">
                                        <p:cTn id="32" dur="500"/>
                                        <p:tgtEl>
                                          <p:spTgt spid="30"/>
                                        </p:tgtEl>
                                        <p:attrNameLst>
                                          <p:attrName>ppt_y</p:attrName>
                                        </p:attrNameLst>
                                      </p:cBhvr>
                                      <p:tavLst>
                                        <p:tav tm="0">
                                          <p:val>
                                            <p:strVal val="#ppt_y+#ppt_h*1.125000"/>
                                          </p:val>
                                        </p:tav>
                                        <p:tav tm="100000">
                                          <p:val>
                                            <p:strVal val="#ppt_y"/>
                                          </p:val>
                                        </p:tav>
                                      </p:tavLst>
                                    </p:anim>
                                    <p:animEffect transition="in" filter="wipe(up)">
                                      <p:cBhvr>
                                        <p:cTn id="33" dur="500"/>
                                        <p:tgtEl>
                                          <p:spTgt spid="30"/>
                                        </p:tgtEl>
                                      </p:cBhvr>
                                    </p:animEffect>
                                  </p:childTnLst>
                                </p:cTn>
                              </p:par>
                            </p:childTnLst>
                          </p:cTn>
                        </p:par>
                      </p:childTnLst>
                    </p:cTn>
                  </p:par>
                  <p:par>
                    <p:cTn id="34" fill="hold">
                      <p:stCondLst>
                        <p:cond delay="indefinite"/>
                      </p:stCondLst>
                      <p:childTnLst>
                        <p:par>
                          <p:cTn id="35" fill="hold">
                            <p:stCondLst>
                              <p:cond delay="0"/>
                            </p:stCondLst>
                            <p:childTnLst>
                              <p:par>
                                <p:cTn id="36" presetID="12" presetClass="entr" presetSubtype="4" fill="hold" grpId="0" nodeType="clickEffect" nodePh="1">
                                  <p:stCondLst>
                                    <p:cond delay="0"/>
                                  </p:stCondLst>
                                  <p:endCondLst>
                                    <p:cond evt="begin" delay="0">
                                      <p:tn val="36"/>
                                    </p:cond>
                                  </p:endCondLst>
                                  <p:childTnLst>
                                    <p:set>
                                      <p:cBhvr>
                                        <p:cTn id="37" dur="1" fill="hold">
                                          <p:stCondLst>
                                            <p:cond delay="0"/>
                                          </p:stCondLst>
                                        </p:cTn>
                                        <p:tgtEl>
                                          <p:spTgt spid="23"/>
                                        </p:tgtEl>
                                        <p:attrNameLst>
                                          <p:attrName>style.visibility</p:attrName>
                                        </p:attrNameLst>
                                      </p:cBhvr>
                                      <p:to>
                                        <p:strVal val="visible"/>
                                      </p:to>
                                    </p:set>
                                    <p:anim calcmode="lin" valueType="num">
                                      <p:cBhvr additive="base">
                                        <p:cTn id="38" dur="500"/>
                                        <p:tgtEl>
                                          <p:spTgt spid="23"/>
                                        </p:tgtEl>
                                        <p:attrNameLst>
                                          <p:attrName>ppt_y</p:attrName>
                                        </p:attrNameLst>
                                      </p:cBhvr>
                                      <p:tavLst>
                                        <p:tav tm="0">
                                          <p:val>
                                            <p:strVal val="#ppt_y+#ppt_h*1.125000"/>
                                          </p:val>
                                        </p:tav>
                                        <p:tav tm="100000">
                                          <p:val>
                                            <p:strVal val="#ppt_y"/>
                                          </p:val>
                                        </p:tav>
                                      </p:tavLst>
                                    </p:anim>
                                    <p:animEffect transition="in" filter="wipe(up)">
                                      <p:cBhvr>
                                        <p:cTn id="39" dur="500"/>
                                        <p:tgtEl>
                                          <p:spTgt spid="23"/>
                                        </p:tgtEl>
                                      </p:cBhvr>
                                    </p:animEffect>
                                  </p:childTnLst>
                                </p:cTn>
                              </p:par>
                            </p:childTnLst>
                          </p:cTn>
                        </p:par>
                      </p:childTnLst>
                    </p:cTn>
                  </p:par>
                  <p:par>
                    <p:cTn id="40" fill="hold">
                      <p:stCondLst>
                        <p:cond delay="indefinite"/>
                      </p:stCondLst>
                      <p:childTnLst>
                        <p:par>
                          <p:cTn id="41" fill="hold">
                            <p:stCondLst>
                              <p:cond delay="0"/>
                            </p:stCondLst>
                            <p:childTnLst>
                              <p:par>
                                <p:cTn id="42" presetID="12" presetClass="entr" presetSubtype="4" fill="hold" grpId="0" nodeType="clickEffect">
                                  <p:stCondLst>
                                    <p:cond delay="0"/>
                                  </p:stCondLst>
                                  <p:childTnLst>
                                    <p:set>
                                      <p:cBhvr>
                                        <p:cTn id="43" dur="1" fill="hold">
                                          <p:stCondLst>
                                            <p:cond delay="0"/>
                                          </p:stCondLst>
                                        </p:cTn>
                                        <p:tgtEl>
                                          <p:spTgt spid="32"/>
                                        </p:tgtEl>
                                        <p:attrNameLst>
                                          <p:attrName>style.visibility</p:attrName>
                                        </p:attrNameLst>
                                      </p:cBhvr>
                                      <p:to>
                                        <p:strVal val="visible"/>
                                      </p:to>
                                    </p:set>
                                    <p:anim calcmode="lin" valueType="num">
                                      <p:cBhvr additive="base">
                                        <p:cTn id="44" dur="500"/>
                                        <p:tgtEl>
                                          <p:spTgt spid="32"/>
                                        </p:tgtEl>
                                        <p:attrNameLst>
                                          <p:attrName>ppt_y</p:attrName>
                                        </p:attrNameLst>
                                      </p:cBhvr>
                                      <p:tavLst>
                                        <p:tav tm="0">
                                          <p:val>
                                            <p:strVal val="#ppt_y+#ppt_h*1.125000"/>
                                          </p:val>
                                        </p:tav>
                                        <p:tav tm="100000">
                                          <p:val>
                                            <p:strVal val="#ppt_y"/>
                                          </p:val>
                                        </p:tav>
                                      </p:tavLst>
                                    </p:anim>
                                    <p:animEffect transition="in" filter="wipe(up)">
                                      <p:cBhvr>
                                        <p:cTn id="45"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31" grpId="0" build="p"/>
      <p:bldP spid="17" grpId="0"/>
      <p:bldP spid="20" grpId="0"/>
      <p:bldP spid="23" grpId="0"/>
      <p:bldP spid="30" grpId="0"/>
      <p:bldP spid="32" grpId="0"/>
    </p:bldLst>
  </p:timing>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5FCBEF"/>
      </a:accent1>
      <a:accent2>
        <a:srgbClr val="2E83C3"/>
      </a:accent2>
      <a:accent3>
        <a:srgbClr val="42D0A2"/>
      </a:accent3>
      <a:accent4>
        <a:srgbClr val="2E946B"/>
      </a:accent4>
      <a:accent5>
        <a:srgbClr val="42B051"/>
      </a:accent5>
      <a:accent6>
        <a:srgbClr val="96D141"/>
      </a:accent6>
      <a:hlink>
        <a:srgbClr val="3FCDE7"/>
      </a:hlink>
      <a:folHlink>
        <a:srgbClr val="A9D3E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0B5AB586-D108-4FC1-8368-649FE654B89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MediaServiceKeyPoints xmlns="71af3243-3dd4-4a8d-8c0d-dd76da1f02a5"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2" ma:contentTypeDescription="Create a new document." ma:contentTypeScope="" ma:versionID="426e97fa315356fffbdcd9876fe988c2">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14b8f0def80e6d70ce3def20c90759ae"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05D99ABA-76CE-4A8E-B5F0-C051B96628DE}">
  <ds:schemaRefs>
    <ds:schemaRef ds:uri="http://schemas.microsoft.com/sharepoint/v3/contenttype/forms"/>
  </ds:schemaRefs>
</ds:datastoreItem>
</file>

<file path=customXml/itemProps2.xml><?xml version="1.0" encoding="utf-8"?>
<ds:datastoreItem xmlns:ds="http://schemas.openxmlformats.org/officeDocument/2006/customXml" ds:itemID="{4DEA9014-ED64-4558-B1E1-D03F0EE32BEB}">
  <ds:schemaRefs>
    <ds:schemaRef ds:uri="http://schemas.microsoft.com/office/2006/metadata/properties"/>
    <ds:schemaRef ds:uri="http://schemas.microsoft.com/office/infopath/2007/PartnerControls"/>
    <ds:schemaRef ds:uri="71af3243-3dd4-4a8d-8c0d-dd76da1f02a5"/>
  </ds:schemaRefs>
</ds:datastoreItem>
</file>

<file path=customXml/itemProps3.xml><?xml version="1.0" encoding="utf-8"?>
<ds:datastoreItem xmlns:ds="http://schemas.openxmlformats.org/officeDocument/2006/customXml" ds:itemID="{B19EB750-A6DA-4BE8-B87B-FC499FE7336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Facet</Template>
  <TotalTime>1375</TotalTime>
  <Words>634</Words>
  <Application>Microsoft Office PowerPoint</Application>
  <PresentationFormat>Widescreen</PresentationFormat>
  <Paragraphs>78</Paragraphs>
  <Slides>13</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13</vt:i4>
      </vt:variant>
    </vt:vector>
  </HeadingPairs>
  <TitlesOfParts>
    <vt:vector size="20" baseType="lpstr">
      <vt:lpstr>Arial</vt:lpstr>
      <vt:lpstr>Calibri</vt:lpstr>
      <vt:lpstr>CIDFont+F3</vt:lpstr>
      <vt:lpstr>Trebuchet MS</vt:lpstr>
      <vt:lpstr>Wingdings</vt:lpstr>
      <vt:lpstr>Wingdings 3</vt:lpstr>
      <vt:lpstr>Facet</vt:lpstr>
      <vt:lpstr>Project Title -Seasonal Agriculture Performance Analysis</vt:lpstr>
      <vt:lpstr>PROBLEM  STATEMENT</vt:lpstr>
      <vt:lpstr>Project Description  Seasonal Agriculture Performance Analysis uses a 4,000-row, 28-column agricultural dataset to study how farm performance changes across Kharif, Rabi and Zaid seasons. The project combines yield, production, revenue, cost, profit, environmental conditions, crop patterns and resource usage. Exploratory analysis, grouped comparisons, correlations, outlier analysis and statistical tests are used to identify meaningful patterns and support data-driven agricultural planning.</vt:lpstr>
      <vt:lpstr>WHO ARE THE END USERS?</vt:lpstr>
      <vt:lpstr>Technology Used</vt:lpstr>
      <vt:lpstr>RESULTS </vt:lpstr>
      <vt:lpstr>RESULTS </vt:lpstr>
      <vt:lpstr>RESULTS </vt:lpstr>
      <vt:lpstr>RESULTS </vt:lpstr>
      <vt:lpstr>Future Scope</vt:lpstr>
      <vt:lpstr>GitHub Link-</vt:lpstr>
      <vt:lpstr>VOIS Course completion certificate -  Course name- Data Visualization </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MASKED HUNTERS</dc:title>
  <dc:creator>Venkataswamy</dc:creator>
  <cp:lastModifiedBy>Pawan Tiwari</cp:lastModifiedBy>
  <cp:revision>103</cp:revision>
  <dcterms:created xsi:type="dcterms:W3CDTF">2021-07-11T13:13:15Z</dcterms:created>
  <dcterms:modified xsi:type="dcterms:W3CDTF">2026-09-15T19:38:48Z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